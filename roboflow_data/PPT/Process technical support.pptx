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4E770F-FE8E-452C-86F3-29ACDC6C55F9}" v="30" dt="2025-11-13T11:58:32.3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ruv Vikaskumar Suthar" userId="6961e09c-90e7-4940-8f68-0ea465520a44" providerId="ADAL" clId="{CB2069BE-6A33-4F4D-9A5E-75C2D17E7115}"/>
    <pc:docChg chg="undo custSel modSld">
      <pc:chgData name="Dhruv Vikaskumar Suthar" userId="6961e09c-90e7-4940-8f68-0ea465520a44" providerId="ADAL" clId="{CB2069BE-6A33-4F4D-9A5E-75C2D17E7115}" dt="2025-11-13T11:58:32.318" v="236" actId="20577"/>
      <pc:docMkLst>
        <pc:docMk/>
      </pc:docMkLst>
      <pc:sldChg chg="modSp modAnim">
        <pc:chgData name="Dhruv Vikaskumar Suthar" userId="6961e09c-90e7-4940-8f68-0ea465520a44" providerId="ADAL" clId="{CB2069BE-6A33-4F4D-9A5E-75C2D17E7115}" dt="2025-11-13T11:58:32.318" v="236" actId="20577"/>
        <pc:sldMkLst>
          <pc:docMk/>
          <pc:sldMk cId="947544261" sldId="256"/>
        </pc:sldMkLst>
        <pc:spChg chg="mod">
          <ac:chgData name="Dhruv Vikaskumar Suthar" userId="6961e09c-90e7-4940-8f68-0ea465520a44" providerId="ADAL" clId="{CB2069BE-6A33-4F4D-9A5E-75C2D17E7115}" dt="2025-11-13T11:58:32.318" v="236" actId="20577"/>
          <ac:spMkLst>
            <pc:docMk/>
            <pc:sldMk cId="947544261" sldId="256"/>
            <ac:spMk id="3" creationId="{136418CF-CBB3-AF96-B30C-BCBFCE9CD8AD}"/>
          </ac:spMkLst>
        </pc:spChg>
      </pc:sldChg>
      <pc:sldChg chg="modSp mod">
        <pc:chgData name="Dhruv Vikaskumar Suthar" userId="6961e09c-90e7-4940-8f68-0ea465520a44" providerId="ADAL" clId="{CB2069BE-6A33-4F4D-9A5E-75C2D17E7115}" dt="2025-11-13T10:32:43.243" v="11" actId="20577"/>
        <pc:sldMkLst>
          <pc:docMk/>
          <pc:sldMk cId="3413049643" sldId="257"/>
        </pc:sldMkLst>
        <pc:spChg chg="mod">
          <ac:chgData name="Dhruv Vikaskumar Suthar" userId="6961e09c-90e7-4940-8f68-0ea465520a44" providerId="ADAL" clId="{CB2069BE-6A33-4F4D-9A5E-75C2D17E7115}" dt="2025-11-13T10:32:43.243" v="11" actId="20577"/>
          <ac:spMkLst>
            <pc:docMk/>
            <pc:sldMk cId="3413049643" sldId="257"/>
            <ac:spMk id="8" creationId="{CEE5840B-B5CD-A0FB-F12E-E17B7992749B}"/>
          </ac:spMkLst>
        </pc:spChg>
      </pc:sldChg>
      <pc:sldChg chg="modSp mod">
        <pc:chgData name="Dhruv Vikaskumar Suthar" userId="6961e09c-90e7-4940-8f68-0ea465520a44" providerId="ADAL" clId="{CB2069BE-6A33-4F4D-9A5E-75C2D17E7115}" dt="2025-11-13T10:34:37.968" v="62" actId="20577"/>
        <pc:sldMkLst>
          <pc:docMk/>
          <pc:sldMk cId="4256314247" sldId="258"/>
        </pc:sldMkLst>
        <pc:graphicFrameChg chg="mod modGraphic">
          <ac:chgData name="Dhruv Vikaskumar Suthar" userId="6961e09c-90e7-4940-8f68-0ea465520a44" providerId="ADAL" clId="{CB2069BE-6A33-4F4D-9A5E-75C2D17E7115}" dt="2025-11-13T10:34:37.968" v="62" actId="20577"/>
          <ac:graphicFrameMkLst>
            <pc:docMk/>
            <pc:sldMk cId="4256314247" sldId="258"/>
            <ac:graphicFrameMk id="14" creationId="{7C213E27-07AE-631A-B68B-1F59D25BC523}"/>
          </ac:graphicFrameMkLst>
        </pc:graphicFrameChg>
      </pc:sldChg>
      <pc:sldChg chg="modSp mod">
        <pc:chgData name="Dhruv Vikaskumar Suthar" userId="6961e09c-90e7-4940-8f68-0ea465520a44" providerId="ADAL" clId="{CB2069BE-6A33-4F4D-9A5E-75C2D17E7115}" dt="2025-11-13T10:35:21.513" v="98" actId="20577"/>
        <pc:sldMkLst>
          <pc:docMk/>
          <pc:sldMk cId="2677567889" sldId="259"/>
        </pc:sldMkLst>
        <pc:graphicFrameChg chg="modGraphic">
          <ac:chgData name="Dhruv Vikaskumar Suthar" userId="6961e09c-90e7-4940-8f68-0ea465520a44" providerId="ADAL" clId="{CB2069BE-6A33-4F4D-9A5E-75C2D17E7115}" dt="2025-11-13T10:35:21.513" v="98" actId="20577"/>
          <ac:graphicFrameMkLst>
            <pc:docMk/>
            <pc:sldMk cId="2677567889" sldId="259"/>
            <ac:graphicFrameMk id="14" creationId="{3A613415-707A-3C81-CF0D-712EFB265162}"/>
          </ac:graphicFrameMkLst>
        </pc:graphicFrameChg>
      </pc:sldChg>
      <pc:sldChg chg="modSp mod">
        <pc:chgData name="Dhruv Vikaskumar Suthar" userId="6961e09c-90e7-4940-8f68-0ea465520a44" providerId="ADAL" clId="{CB2069BE-6A33-4F4D-9A5E-75C2D17E7115}" dt="2025-11-13T10:43:08.609" v="110" actId="20577"/>
        <pc:sldMkLst>
          <pc:docMk/>
          <pc:sldMk cId="3428404503" sldId="262"/>
        </pc:sldMkLst>
        <pc:spChg chg="mod">
          <ac:chgData name="Dhruv Vikaskumar Suthar" userId="6961e09c-90e7-4940-8f68-0ea465520a44" providerId="ADAL" clId="{CB2069BE-6A33-4F4D-9A5E-75C2D17E7115}" dt="2025-11-13T10:43:08.609" v="110" actId="20577"/>
          <ac:spMkLst>
            <pc:docMk/>
            <pc:sldMk cId="3428404503" sldId="262"/>
            <ac:spMk id="2" creationId="{1EF9A437-8588-88E8-4239-49A792E7D42E}"/>
          </ac:spMkLst>
        </pc:spChg>
      </pc:sldChg>
      <pc:sldChg chg="modSp mod">
        <pc:chgData name="Dhruv Vikaskumar Suthar" userId="6961e09c-90e7-4940-8f68-0ea465520a44" providerId="ADAL" clId="{CB2069BE-6A33-4F4D-9A5E-75C2D17E7115}" dt="2025-11-13T10:56:03.566" v="207" actId="20577"/>
        <pc:sldMkLst>
          <pc:docMk/>
          <pc:sldMk cId="445820156" sldId="263"/>
        </pc:sldMkLst>
        <pc:graphicFrameChg chg="modGraphic">
          <ac:chgData name="Dhruv Vikaskumar Suthar" userId="6961e09c-90e7-4940-8f68-0ea465520a44" providerId="ADAL" clId="{CB2069BE-6A33-4F4D-9A5E-75C2D17E7115}" dt="2025-11-13T10:56:03.566" v="207" actId="20577"/>
          <ac:graphicFrameMkLst>
            <pc:docMk/>
            <pc:sldMk cId="445820156" sldId="263"/>
            <ac:graphicFrameMk id="5" creationId="{90DEBA87-C0F7-F0D7-168D-725DEA7319EF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4" Type="http://schemas.openxmlformats.org/officeDocument/2006/relationships/image" Target="../media/image3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4" Type="http://schemas.openxmlformats.org/officeDocument/2006/relationships/image" Target="../media/image3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A998E8-4AA2-4C55-86DB-D24E2B2B306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27C2AF5-015E-494A-9C2D-9B7B529E5782}">
      <dgm:prSet/>
      <dgm:spPr/>
      <dgm:t>
        <a:bodyPr/>
        <a:lstStyle/>
        <a:p>
          <a:r>
            <a:rPr lang="en-US" dirty="0"/>
            <a:t>Mr. Sharique briefing the ADNOC AI Projects to us.</a:t>
          </a:r>
        </a:p>
      </dgm:t>
    </dgm:pt>
    <dgm:pt modelId="{68E5CE8D-15D9-4DDC-AE9B-F1DF1F0FFAD8}" type="parTrans" cxnId="{52956865-5F4D-4C94-9DEC-F6887C7E6647}">
      <dgm:prSet/>
      <dgm:spPr/>
      <dgm:t>
        <a:bodyPr/>
        <a:lstStyle/>
        <a:p>
          <a:endParaRPr lang="en-US"/>
        </a:p>
      </dgm:t>
    </dgm:pt>
    <dgm:pt modelId="{54FF72D6-D220-419E-AB2F-0EC460C4F7CE}" type="sibTrans" cxnId="{52956865-5F4D-4C94-9DEC-F6887C7E6647}">
      <dgm:prSet/>
      <dgm:spPr/>
      <dgm:t>
        <a:bodyPr/>
        <a:lstStyle/>
        <a:p>
          <a:endParaRPr lang="en-US"/>
        </a:p>
      </dgm:t>
    </dgm:pt>
    <dgm:pt modelId="{43E1C217-82B0-433E-B986-A0C2986790BB}">
      <dgm:prSet/>
      <dgm:spPr/>
      <dgm:t>
        <a:bodyPr/>
        <a:lstStyle/>
        <a:p>
          <a:r>
            <a:rPr lang="en-US" dirty="0"/>
            <a:t>Provide the information regarding ADNOC AI Project Phase 1.</a:t>
          </a:r>
        </a:p>
      </dgm:t>
    </dgm:pt>
    <dgm:pt modelId="{9782D3B4-F8AB-4E98-989B-319A48A62047}" type="parTrans" cxnId="{08FE5037-8467-4C44-B003-0D3293922D5B}">
      <dgm:prSet/>
      <dgm:spPr/>
      <dgm:t>
        <a:bodyPr/>
        <a:lstStyle/>
        <a:p>
          <a:endParaRPr lang="en-US"/>
        </a:p>
      </dgm:t>
    </dgm:pt>
    <dgm:pt modelId="{B7641522-5A35-4B24-84A9-AE6348F4C268}" type="sibTrans" cxnId="{08FE5037-8467-4C44-B003-0D3293922D5B}">
      <dgm:prSet/>
      <dgm:spPr/>
      <dgm:t>
        <a:bodyPr/>
        <a:lstStyle/>
        <a:p>
          <a:endParaRPr lang="en-US"/>
        </a:p>
      </dgm:t>
    </dgm:pt>
    <dgm:pt modelId="{0F3B6EC8-A66A-42EF-9261-E045E142507B}">
      <dgm:prSet/>
      <dgm:spPr/>
      <dgm:t>
        <a:bodyPr/>
        <a:lstStyle/>
        <a:p>
          <a:r>
            <a:rPr lang="en-US" dirty="0"/>
            <a:t>Mr. Sharique guide to process team about how collecting Project’s data from document control team &amp; Project folder structure.</a:t>
          </a:r>
        </a:p>
      </dgm:t>
    </dgm:pt>
    <dgm:pt modelId="{89DDF5AC-656C-40D0-B0C4-856EA236761C}" type="parTrans" cxnId="{8716EAEC-07E3-484D-81B7-405C4DFB4172}">
      <dgm:prSet/>
      <dgm:spPr/>
      <dgm:t>
        <a:bodyPr/>
        <a:lstStyle/>
        <a:p>
          <a:endParaRPr lang="en-US"/>
        </a:p>
      </dgm:t>
    </dgm:pt>
    <dgm:pt modelId="{845F876B-FE87-4358-82B6-8FEAC9FD9A75}" type="sibTrans" cxnId="{8716EAEC-07E3-484D-81B7-405C4DFB4172}">
      <dgm:prSet/>
      <dgm:spPr/>
      <dgm:t>
        <a:bodyPr/>
        <a:lstStyle/>
        <a:p>
          <a:endParaRPr lang="en-US"/>
        </a:p>
      </dgm:t>
    </dgm:pt>
    <dgm:pt modelId="{0ACA8DB1-6F71-4FC6-A20E-D7E67562EF21}" type="pres">
      <dgm:prSet presAssocID="{89A998E8-4AA2-4C55-86DB-D24E2B2B3060}" presName="root" presStyleCnt="0">
        <dgm:presLayoutVars>
          <dgm:dir/>
          <dgm:resizeHandles val="exact"/>
        </dgm:presLayoutVars>
      </dgm:prSet>
      <dgm:spPr/>
    </dgm:pt>
    <dgm:pt modelId="{4BD3E20E-2547-497F-9D71-9DED4A8121AD}" type="pres">
      <dgm:prSet presAssocID="{827C2AF5-015E-494A-9C2D-9B7B529E5782}" presName="compNode" presStyleCnt="0"/>
      <dgm:spPr/>
    </dgm:pt>
    <dgm:pt modelId="{FAA03DDF-DC53-49FD-9811-C86E03C98C04}" type="pres">
      <dgm:prSet presAssocID="{827C2AF5-015E-494A-9C2D-9B7B529E5782}" presName="bgRect" presStyleLbl="bgShp" presStyleIdx="0" presStyleCnt="3"/>
      <dgm:spPr/>
    </dgm:pt>
    <dgm:pt modelId="{D7BDBA91-157B-469D-8033-542871076262}" type="pres">
      <dgm:prSet presAssocID="{827C2AF5-015E-494A-9C2D-9B7B529E578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30024451-6859-44B6-B6DD-4E15C784FB0F}" type="pres">
      <dgm:prSet presAssocID="{827C2AF5-015E-494A-9C2D-9B7B529E5782}" presName="spaceRect" presStyleCnt="0"/>
      <dgm:spPr/>
    </dgm:pt>
    <dgm:pt modelId="{E536F8DE-B085-4CAE-9432-433C27A0332D}" type="pres">
      <dgm:prSet presAssocID="{827C2AF5-015E-494A-9C2D-9B7B529E5782}" presName="parTx" presStyleLbl="revTx" presStyleIdx="0" presStyleCnt="3">
        <dgm:presLayoutVars>
          <dgm:chMax val="0"/>
          <dgm:chPref val="0"/>
        </dgm:presLayoutVars>
      </dgm:prSet>
      <dgm:spPr/>
    </dgm:pt>
    <dgm:pt modelId="{C1CFC0D2-E32F-4A81-9778-337ECD55E816}" type="pres">
      <dgm:prSet presAssocID="{54FF72D6-D220-419E-AB2F-0EC460C4F7CE}" presName="sibTrans" presStyleCnt="0"/>
      <dgm:spPr/>
    </dgm:pt>
    <dgm:pt modelId="{7D713E2D-4697-453A-8DFA-D6C5DE3FFAC7}" type="pres">
      <dgm:prSet presAssocID="{43E1C217-82B0-433E-B986-A0C2986790BB}" presName="compNode" presStyleCnt="0"/>
      <dgm:spPr/>
    </dgm:pt>
    <dgm:pt modelId="{D207E864-0D95-4A8C-AEA0-98240D8CAE54}" type="pres">
      <dgm:prSet presAssocID="{43E1C217-82B0-433E-B986-A0C2986790BB}" presName="bgRect" presStyleLbl="bgShp" presStyleIdx="1" presStyleCnt="3"/>
      <dgm:spPr/>
    </dgm:pt>
    <dgm:pt modelId="{C676CDE8-BE72-4B1F-99AA-B07D3D1AA063}" type="pres">
      <dgm:prSet presAssocID="{43E1C217-82B0-433E-B986-A0C2986790B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18ECE979-3995-4976-BAE6-97B251F32E9B}" type="pres">
      <dgm:prSet presAssocID="{43E1C217-82B0-433E-B986-A0C2986790BB}" presName="spaceRect" presStyleCnt="0"/>
      <dgm:spPr/>
    </dgm:pt>
    <dgm:pt modelId="{BF02C5F3-2418-4DFA-ABBE-DC5DCA070B93}" type="pres">
      <dgm:prSet presAssocID="{43E1C217-82B0-433E-B986-A0C2986790BB}" presName="parTx" presStyleLbl="revTx" presStyleIdx="1" presStyleCnt="3">
        <dgm:presLayoutVars>
          <dgm:chMax val="0"/>
          <dgm:chPref val="0"/>
        </dgm:presLayoutVars>
      </dgm:prSet>
      <dgm:spPr/>
    </dgm:pt>
    <dgm:pt modelId="{761DB967-8136-45F9-950C-75AE153C347A}" type="pres">
      <dgm:prSet presAssocID="{B7641522-5A35-4B24-84A9-AE6348F4C268}" presName="sibTrans" presStyleCnt="0"/>
      <dgm:spPr/>
    </dgm:pt>
    <dgm:pt modelId="{07A73345-6C41-4529-85E0-A08454444BCB}" type="pres">
      <dgm:prSet presAssocID="{0F3B6EC8-A66A-42EF-9261-E045E142507B}" presName="compNode" presStyleCnt="0"/>
      <dgm:spPr/>
    </dgm:pt>
    <dgm:pt modelId="{D8A51369-05B7-413B-BFFC-06EB0B8323D3}" type="pres">
      <dgm:prSet presAssocID="{0F3B6EC8-A66A-42EF-9261-E045E142507B}" presName="bgRect" presStyleLbl="bgShp" presStyleIdx="2" presStyleCnt="3"/>
      <dgm:spPr/>
    </dgm:pt>
    <dgm:pt modelId="{84BBA9A9-F6EB-4DEE-ACF2-A87278629B63}" type="pres">
      <dgm:prSet presAssocID="{0F3B6EC8-A66A-42EF-9261-E045E142507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03AC294C-C052-446F-955D-5B06FCFD18B6}" type="pres">
      <dgm:prSet presAssocID="{0F3B6EC8-A66A-42EF-9261-E045E142507B}" presName="spaceRect" presStyleCnt="0"/>
      <dgm:spPr/>
    </dgm:pt>
    <dgm:pt modelId="{FC084D8C-97D7-4A35-8059-0A0C072E162E}" type="pres">
      <dgm:prSet presAssocID="{0F3B6EC8-A66A-42EF-9261-E045E142507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5B1EC05-C7EB-47F0-BA46-0DAE1B4DB59F}" type="presOf" srcId="{827C2AF5-015E-494A-9C2D-9B7B529E5782}" destId="{E536F8DE-B085-4CAE-9432-433C27A0332D}" srcOrd="0" destOrd="0" presId="urn:microsoft.com/office/officeart/2018/2/layout/IconVerticalSolidList"/>
    <dgm:cxn modelId="{86635E2E-998F-4520-B1CD-84F54FDEB274}" type="presOf" srcId="{43E1C217-82B0-433E-B986-A0C2986790BB}" destId="{BF02C5F3-2418-4DFA-ABBE-DC5DCA070B93}" srcOrd="0" destOrd="0" presId="urn:microsoft.com/office/officeart/2018/2/layout/IconVerticalSolidList"/>
    <dgm:cxn modelId="{08FE5037-8467-4C44-B003-0D3293922D5B}" srcId="{89A998E8-4AA2-4C55-86DB-D24E2B2B3060}" destId="{43E1C217-82B0-433E-B986-A0C2986790BB}" srcOrd="1" destOrd="0" parTransId="{9782D3B4-F8AB-4E98-989B-319A48A62047}" sibTransId="{B7641522-5A35-4B24-84A9-AE6348F4C268}"/>
    <dgm:cxn modelId="{F9FFAD39-8C73-406D-806F-1CDBEC7B2F8B}" type="presOf" srcId="{89A998E8-4AA2-4C55-86DB-D24E2B2B3060}" destId="{0ACA8DB1-6F71-4FC6-A20E-D7E67562EF21}" srcOrd="0" destOrd="0" presId="urn:microsoft.com/office/officeart/2018/2/layout/IconVerticalSolidList"/>
    <dgm:cxn modelId="{52956865-5F4D-4C94-9DEC-F6887C7E6647}" srcId="{89A998E8-4AA2-4C55-86DB-D24E2B2B3060}" destId="{827C2AF5-015E-494A-9C2D-9B7B529E5782}" srcOrd="0" destOrd="0" parTransId="{68E5CE8D-15D9-4DDC-AE9B-F1DF1F0FFAD8}" sibTransId="{54FF72D6-D220-419E-AB2F-0EC460C4F7CE}"/>
    <dgm:cxn modelId="{8A7E6868-A69D-492F-9CB6-51F9D6D9272F}" type="presOf" srcId="{0F3B6EC8-A66A-42EF-9261-E045E142507B}" destId="{FC084D8C-97D7-4A35-8059-0A0C072E162E}" srcOrd="0" destOrd="0" presId="urn:microsoft.com/office/officeart/2018/2/layout/IconVerticalSolidList"/>
    <dgm:cxn modelId="{8716EAEC-07E3-484D-81B7-405C4DFB4172}" srcId="{89A998E8-4AA2-4C55-86DB-D24E2B2B3060}" destId="{0F3B6EC8-A66A-42EF-9261-E045E142507B}" srcOrd="2" destOrd="0" parTransId="{89DDF5AC-656C-40D0-B0C4-856EA236761C}" sibTransId="{845F876B-FE87-4358-82B6-8FEAC9FD9A75}"/>
    <dgm:cxn modelId="{F98EB81A-81EA-4ACF-B406-16E7C448DE57}" type="presParOf" srcId="{0ACA8DB1-6F71-4FC6-A20E-D7E67562EF21}" destId="{4BD3E20E-2547-497F-9D71-9DED4A8121AD}" srcOrd="0" destOrd="0" presId="urn:microsoft.com/office/officeart/2018/2/layout/IconVerticalSolidList"/>
    <dgm:cxn modelId="{B5FBABA2-EE15-415F-8C82-84D41F2BF7E4}" type="presParOf" srcId="{4BD3E20E-2547-497F-9D71-9DED4A8121AD}" destId="{FAA03DDF-DC53-49FD-9811-C86E03C98C04}" srcOrd="0" destOrd="0" presId="urn:microsoft.com/office/officeart/2018/2/layout/IconVerticalSolidList"/>
    <dgm:cxn modelId="{6716DB3C-9C9B-4B55-8048-C73373769AAC}" type="presParOf" srcId="{4BD3E20E-2547-497F-9D71-9DED4A8121AD}" destId="{D7BDBA91-157B-469D-8033-542871076262}" srcOrd="1" destOrd="0" presId="urn:microsoft.com/office/officeart/2018/2/layout/IconVerticalSolidList"/>
    <dgm:cxn modelId="{48CC7787-7D81-4620-9E17-AA04CCEC455F}" type="presParOf" srcId="{4BD3E20E-2547-497F-9D71-9DED4A8121AD}" destId="{30024451-6859-44B6-B6DD-4E15C784FB0F}" srcOrd="2" destOrd="0" presId="urn:microsoft.com/office/officeart/2018/2/layout/IconVerticalSolidList"/>
    <dgm:cxn modelId="{19475FC5-ABB6-4533-8C91-52FD9701B714}" type="presParOf" srcId="{4BD3E20E-2547-497F-9D71-9DED4A8121AD}" destId="{E536F8DE-B085-4CAE-9432-433C27A0332D}" srcOrd="3" destOrd="0" presId="urn:microsoft.com/office/officeart/2018/2/layout/IconVerticalSolidList"/>
    <dgm:cxn modelId="{80A915E9-2502-4061-B43E-7B9553B50585}" type="presParOf" srcId="{0ACA8DB1-6F71-4FC6-A20E-D7E67562EF21}" destId="{C1CFC0D2-E32F-4A81-9778-337ECD55E816}" srcOrd="1" destOrd="0" presId="urn:microsoft.com/office/officeart/2018/2/layout/IconVerticalSolidList"/>
    <dgm:cxn modelId="{2E9560DA-6814-488A-8B41-CE6375F2C38A}" type="presParOf" srcId="{0ACA8DB1-6F71-4FC6-A20E-D7E67562EF21}" destId="{7D713E2D-4697-453A-8DFA-D6C5DE3FFAC7}" srcOrd="2" destOrd="0" presId="urn:microsoft.com/office/officeart/2018/2/layout/IconVerticalSolidList"/>
    <dgm:cxn modelId="{F32F2151-112F-4EAB-B0CD-CCB5417F1486}" type="presParOf" srcId="{7D713E2D-4697-453A-8DFA-D6C5DE3FFAC7}" destId="{D207E864-0D95-4A8C-AEA0-98240D8CAE54}" srcOrd="0" destOrd="0" presId="urn:microsoft.com/office/officeart/2018/2/layout/IconVerticalSolidList"/>
    <dgm:cxn modelId="{6602EC83-7EDA-407E-9E65-BDE6DF1B60C3}" type="presParOf" srcId="{7D713E2D-4697-453A-8DFA-D6C5DE3FFAC7}" destId="{C676CDE8-BE72-4B1F-99AA-B07D3D1AA063}" srcOrd="1" destOrd="0" presId="urn:microsoft.com/office/officeart/2018/2/layout/IconVerticalSolidList"/>
    <dgm:cxn modelId="{F3834B13-8A4E-4895-8B9A-A46FA1071CED}" type="presParOf" srcId="{7D713E2D-4697-453A-8DFA-D6C5DE3FFAC7}" destId="{18ECE979-3995-4976-BAE6-97B251F32E9B}" srcOrd="2" destOrd="0" presId="urn:microsoft.com/office/officeart/2018/2/layout/IconVerticalSolidList"/>
    <dgm:cxn modelId="{44681AEB-C947-44F6-A9D8-E9002846ECD6}" type="presParOf" srcId="{7D713E2D-4697-453A-8DFA-D6C5DE3FFAC7}" destId="{BF02C5F3-2418-4DFA-ABBE-DC5DCA070B93}" srcOrd="3" destOrd="0" presId="urn:microsoft.com/office/officeart/2018/2/layout/IconVerticalSolidList"/>
    <dgm:cxn modelId="{7540EA11-5B5F-463E-A188-3A2A58A7EE64}" type="presParOf" srcId="{0ACA8DB1-6F71-4FC6-A20E-D7E67562EF21}" destId="{761DB967-8136-45F9-950C-75AE153C347A}" srcOrd="3" destOrd="0" presId="urn:microsoft.com/office/officeart/2018/2/layout/IconVerticalSolidList"/>
    <dgm:cxn modelId="{0A04922D-C047-496B-9E09-A2ADD5C407C5}" type="presParOf" srcId="{0ACA8DB1-6F71-4FC6-A20E-D7E67562EF21}" destId="{07A73345-6C41-4529-85E0-A08454444BCB}" srcOrd="4" destOrd="0" presId="urn:microsoft.com/office/officeart/2018/2/layout/IconVerticalSolidList"/>
    <dgm:cxn modelId="{8661ABDF-CF52-415A-BF15-3F534395CA2D}" type="presParOf" srcId="{07A73345-6C41-4529-85E0-A08454444BCB}" destId="{D8A51369-05B7-413B-BFFC-06EB0B8323D3}" srcOrd="0" destOrd="0" presId="urn:microsoft.com/office/officeart/2018/2/layout/IconVerticalSolidList"/>
    <dgm:cxn modelId="{CDF45C42-E8D6-4B61-B1BD-CE305E334C72}" type="presParOf" srcId="{07A73345-6C41-4529-85E0-A08454444BCB}" destId="{84BBA9A9-F6EB-4DEE-ACF2-A87278629B63}" srcOrd="1" destOrd="0" presId="urn:microsoft.com/office/officeart/2018/2/layout/IconVerticalSolidList"/>
    <dgm:cxn modelId="{0E6AC90B-21AA-4BF0-89F6-ADB096566939}" type="presParOf" srcId="{07A73345-6C41-4529-85E0-A08454444BCB}" destId="{03AC294C-C052-446F-955D-5B06FCFD18B6}" srcOrd="2" destOrd="0" presId="urn:microsoft.com/office/officeart/2018/2/layout/IconVerticalSolidList"/>
    <dgm:cxn modelId="{0FE32DFD-DB17-4AD4-9BA7-691169876881}" type="presParOf" srcId="{07A73345-6C41-4529-85E0-A08454444BCB}" destId="{FC084D8C-97D7-4A35-8059-0A0C072E162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50E324C-87DB-43C3-BAF9-B8747831F36A}" type="doc">
      <dgm:prSet loTypeId="urn:microsoft.com/office/officeart/2008/layout/LinedList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9EC03B7F-A2CC-4283-963C-E42173E0309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Getting information about ADNOC Multiple Projects.</a:t>
          </a:r>
        </a:p>
      </dgm:t>
    </dgm:pt>
    <dgm:pt modelId="{D78BD967-96E9-4523-8DCE-E01D082A93D0}" type="parTrans" cxnId="{D467FBD4-DB64-48C6-A32C-115BE83FE575}">
      <dgm:prSet/>
      <dgm:spPr/>
      <dgm:t>
        <a:bodyPr/>
        <a:lstStyle/>
        <a:p>
          <a:endParaRPr lang="en-US"/>
        </a:p>
      </dgm:t>
    </dgm:pt>
    <dgm:pt modelId="{703DECFA-BC71-4FA5-B6E6-D6A9B32E0E76}" type="sibTrans" cxnId="{D467FBD4-DB64-48C6-A32C-115BE83FE575}">
      <dgm:prSet/>
      <dgm:spPr/>
      <dgm:t>
        <a:bodyPr/>
        <a:lstStyle/>
        <a:p>
          <a:endParaRPr lang="en-US"/>
        </a:p>
      </dgm:t>
    </dgm:pt>
    <dgm:pt modelId="{77201AAA-2E5C-4EFC-9E62-357CF53C3A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Prepare Excel ADNOC Multiple Projects Data. </a:t>
          </a:r>
        </a:p>
      </dgm:t>
    </dgm:pt>
    <dgm:pt modelId="{89DD527B-2CF6-4841-A509-292104EFDA02}" type="parTrans" cxnId="{4012BC97-9800-4594-8E6C-83C5302D8A58}">
      <dgm:prSet/>
      <dgm:spPr/>
      <dgm:t>
        <a:bodyPr/>
        <a:lstStyle/>
        <a:p>
          <a:endParaRPr lang="en-US"/>
        </a:p>
      </dgm:t>
    </dgm:pt>
    <dgm:pt modelId="{8BC4520D-694A-4F13-8A4F-9E4B4FDA0032}" type="sibTrans" cxnId="{4012BC97-9800-4594-8E6C-83C5302D8A58}">
      <dgm:prSet/>
      <dgm:spPr/>
      <dgm:t>
        <a:bodyPr/>
        <a:lstStyle/>
        <a:p>
          <a:endParaRPr lang="en-US"/>
        </a:p>
      </dgm:t>
    </dgm:pt>
    <dgm:pt modelId="{B2C4F0E4-5219-41FB-8609-200281A1AB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Collecting the process data from Wrench &amp; R drive as per excel sheet.</a:t>
          </a:r>
        </a:p>
      </dgm:t>
    </dgm:pt>
    <dgm:pt modelId="{FF70219C-4A4E-41FF-8F64-D187B091B1B5}" type="parTrans" cxnId="{0418B5C7-AA40-4236-8E59-16ABEAA7BC8F}">
      <dgm:prSet/>
      <dgm:spPr/>
      <dgm:t>
        <a:bodyPr/>
        <a:lstStyle/>
        <a:p>
          <a:endParaRPr lang="en-US"/>
        </a:p>
      </dgm:t>
    </dgm:pt>
    <dgm:pt modelId="{2F88EFAC-5113-4FB6-95C2-EB73EF2BE085}" type="sibTrans" cxnId="{0418B5C7-AA40-4236-8E59-16ABEAA7BC8F}">
      <dgm:prSet/>
      <dgm:spPr/>
      <dgm:t>
        <a:bodyPr/>
        <a:lstStyle/>
        <a:p>
          <a:endParaRPr lang="en-US"/>
        </a:p>
      </dgm:t>
    </dgm:pt>
    <dgm:pt modelId="{AEC6D7FE-34E1-4226-A0A1-04F5EC48DE3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Separating all documents as per Project wise (ADNOC Onshore, ADNOC Offshore , ADNOC Gas, ADNOC LNG, ADNOC Distribution &amp; ADNOC REFINING. </a:t>
          </a:r>
        </a:p>
      </dgm:t>
    </dgm:pt>
    <dgm:pt modelId="{8755DA8A-A459-42F2-84FA-270B965CC449}" type="parTrans" cxnId="{BC7624DC-565F-47F5-B2A4-76C736287C24}">
      <dgm:prSet/>
      <dgm:spPr/>
      <dgm:t>
        <a:bodyPr/>
        <a:lstStyle/>
        <a:p>
          <a:endParaRPr lang="en-US"/>
        </a:p>
      </dgm:t>
    </dgm:pt>
    <dgm:pt modelId="{69663F51-102F-483C-A8B9-A9F279AB4CA2}" type="sibTrans" cxnId="{BC7624DC-565F-47F5-B2A4-76C736287C24}">
      <dgm:prSet/>
      <dgm:spPr/>
      <dgm:t>
        <a:bodyPr/>
        <a:lstStyle/>
        <a:p>
          <a:endParaRPr lang="en-US"/>
        </a:p>
      </dgm:t>
    </dgm:pt>
    <dgm:pt modelId="{93D731B7-9FCA-4230-9B93-07321545AF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Collect other projects data (ADOC &amp; BOROUGH).</a:t>
          </a:r>
        </a:p>
      </dgm:t>
    </dgm:pt>
    <dgm:pt modelId="{2E68548D-35CF-4111-BEEA-732F26F7BC34}" type="parTrans" cxnId="{C6A9AA0D-18B8-45EE-8D93-B69215838215}">
      <dgm:prSet/>
      <dgm:spPr/>
      <dgm:t>
        <a:bodyPr/>
        <a:lstStyle/>
        <a:p>
          <a:endParaRPr lang="en-US"/>
        </a:p>
      </dgm:t>
    </dgm:pt>
    <dgm:pt modelId="{201B9820-1E24-46FE-B735-053D8FFC523F}" type="sibTrans" cxnId="{C6A9AA0D-18B8-45EE-8D93-B69215838215}">
      <dgm:prSet/>
      <dgm:spPr/>
      <dgm:t>
        <a:bodyPr/>
        <a:lstStyle/>
        <a:p>
          <a:endParaRPr lang="en-US"/>
        </a:p>
      </dgm:t>
    </dgm:pt>
    <dgm:pt modelId="{41A2ED2A-0592-47AB-A90E-9335F1D147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Separating the P&amp;IDs as per Guidelines.</a:t>
          </a:r>
        </a:p>
      </dgm:t>
    </dgm:pt>
    <dgm:pt modelId="{3A2CBDBF-E922-4296-A97C-C0B7F14D756F}" type="parTrans" cxnId="{CF95161E-79CD-46E0-9CD9-4EEA9F83BF62}">
      <dgm:prSet/>
      <dgm:spPr/>
      <dgm:t>
        <a:bodyPr/>
        <a:lstStyle/>
        <a:p>
          <a:endParaRPr lang="en-US"/>
        </a:p>
      </dgm:t>
    </dgm:pt>
    <dgm:pt modelId="{FBBE9A0D-4428-48C2-AEB4-ABF89AE010F3}" type="sibTrans" cxnId="{CF95161E-79CD-46E0-9CD9-4EEA9F83BF62}">
      <dgm:prSet/>
      <dgm:spPr/>
      <dgm:t>
        <a:bodyPr/>
        <a:lstStyle/>
        <a:p>
          <a:endParaRPr lang="en-US"/>
        </a:p>
      </dgm:t>
    </dgm:pt>
    <dgm:pt modelId="{F8543EEA-77AB-4833-95C7-BBA91C6A530D}" type="pres">
      <dgm:prSet presAssocID="{750E324C-87DB-43C3-BAF9-B8747831F36A}" presName="vert0" presStyleCnt="0">
        <dgm:presLayoutVars>
          <dgm:dir/>
          <dgm:animOne val="branch"/>
          <dgm:animLvl val="lvl"/>
        </dgm:presLayoutVars>
      </dgm:prSet>
      <dgm:spPr/>
    </dgm:pt>
    <dgm:pt modelId="{4197C3DF-CDC2-44C8-BCF5-77E3C6C24D3A}" type="pres">
      <dgm:prSet presAssocID="{9EC03B7F-A2CC-4283-963C-E42173E03096}" presName="thickLine" presStyleLbl="alignNode1" presStyleIdx="0" presStyleCnt="6"/>
      <dgm:spPr/>
    </dgm:pt>
    <dgm:pt modelId="{B86FDC5D-E8B6-4D73-8256-3FF4AAADE608}" type="pres">
      <dgm:prSet presAssocID="{9EC03B7F-A2CC-4283-963C-E42173E03096}" presName="horz1" presStyleCnt="0"/>
      <dgm:spPr/>
    </dgm:pt>
    <dgm:pt modelId="{474D39F1-0BBF-4462-9A2B-A3035E3D7BED}" type="pres">
      <dgm:prSet presAssocID="{9EC03B7F-A2CC-4283-963C-E42173E03096}" presName="tx1" presStyleLbl="revTx" presStyleIdx="0" presStyleCnt="6"/>
      <dgm:spPr/>
    </dgm:pt>
    <dgm:pt modelId="{567ABEBA-FC11-46ED-AAE6-4F3A66164076}" type="pres">
      <dgm:prSet presAssocID="{9EC03B7F-A2CC-4283-963C-E42173E03096}" presName="vert1" presStyleCnt="0"/>
      <dgm:spPr/>
    </dgm:pt>
    <dgm:pt modelId="{6C1EBEDD-21A8-4B67-A814-0B9DFA7BCB0E}" type="pres">
      <dgm:prSet presAssocID="{77201AAA-2E5C-4EFC-9E62-357CF53C3AB9}" presName="thickLine" presStyleLbl="alignNode1" presStyleIdx="1" presStyleCnt="6"/>
      <dgm:spPr/>
    </dgm:pt>
    <dgm:pt modelId="{E7376EE2-A637-42D7-B7DA-20C15F283AB8}" type="pres">
      <dgm:prSet presAssocID="{77201AAA-2E5C-4EFC-9E62-357CF53C3AB9}" presName="horz1" presStyleCnt="0"/>
      <dgm:spPr/>
    </dgm:pt>
    <dgm:pt modelId="{3659B6BF-7A1B-4550-B7A4-60CCA9DDA55C}" type="pres">
      <dgm:prSet presAssocID="{77201AAA-2E5C-4EFC-9E62-357CF53C3AB9}" presName="tx1" presStyleLbl="revTx" presStyleIdx="1" presStyleCnt="6"/>
      <dgm:spPr/>
    </dgm:pt>
    <dgm:pt modelId="{A3E071E3-F118-492E-9F56-197999946853}" type="pres">
      <dgm:prSet presAssocID="{77201AAA-2E5C-4EFC-9E62-357CF53C3AB9}" presName="vert1" presStyleCnt="0"/>
      <dgm:spPr/>
    </dgm:pt>
    <dgm:pt modelId="{C359FA8D-AB49-41D0-937B-06DD15C4C125}" type="pres">
      <dgm:prSet presAssocID="{B2C4F0E4-5219-41FB-8609-200281A1ABE1}" presName="thickLine" presStyleLbl="alignNode1" presStyleIdx="2" presStyleCnt="6"/>
      <dgm:spPr/>
    </dgm:pt>
    <dgm:pt modelId="{F2D44BDC-C822-428D-8328-1A732C0D26AF}" type="pres">
      <dgm:prSet presAssocID="{B2C4F0E4-5219-41FB-8609-200281A1ABE1}" presName="horz1" presStyleCnt="0"/>
      <dgm:spPr/>
    </dgm:pt>
    <dgm:pt modelId="{E87AE2DC-2A8A-4347-8C5D-8221F9823AA5}" type="pres">
      <dgm:prSet presAssocID="{B2C4F0E4-5219-41FB-8609-200281A1ABE1}" presName="tx1" presStyleLbl="revTx" presStyleIdx="2" presStyleCnt="6"/>
      <dgm:spPr/>
    </dgm:pt>
    <dgm:pt modelId="{BE1D9209-5785-442C-9C0B-54D558C1F6AD}" type="pres">
      <dgm:prSet presAssocID="{B2C4F0E4-5219-41FB-8609-200281A1ABE1}" presName="vert1" presStyleCnt="0"/>
      <dgm:spPr/>
    </dgm:pt>
    <dgm:pt modelId="{1C31C24F-2677-48A0-9A9F-44D0995960CC}" type="pres">
      <dgm:prSet presAssocID="{AEC6D7FE-34E1-4226-A0A1-04F5EC48DE32}" presName="thickLine" presStyleLbl="alignNode1" presStyleIdx="3" presStyleCnt="6"/>
      <dgm:spPr/>
    </dgm:pt>
    <dgm:pt modelId="{8A0DF438-A507-4322-A8FA-27D8E3002259}" type="pres">
      <dgm:prSet presAssocID="{AEC6D7FE-34E1-4226-A0A1-04F5EC48DE32}" presName="horz1" presStyleCnt="0"/>
      <dgm:spPr/>
    </dgm:pt>
    <dgm:pt modelId="{8E645F93-AE0A-4E71-A0F2-11779554E037}" type="pres">
      <dgm:prSet presAssocID="{AEC6D7FE-34E1-4226-A0A1-04F5EC48DE32}" presName="tx1" presStyleLbl="revTx" presStyleIdx="3" presStyleCnt="6"/>
      <dgm:spPr/>
    </dgm:pt>
    <dgm:pt modelId="{286D53ED-E183-4693-90CB-673661653DF5}" type="pres">
      <dgm:prSet presAssocID="{AEC6D7FE-34E1-4226-A0A1-04F5EC48DE32}" presName="vert1" presStyleCnt="0"/>
      <dgm:spPr/>
    </dgm:pt>
    <dgm:pt modelId="{9BF460BD-C6BA-4B6F-9C21-B25E0D579F2A}" type="pres">
      <dgm:prSet presAssocID="{93D731B7-9FCA-4230-9B93-07321545AFB4}" presName="thickLine" presStyleLbl="alignNode1" presStyleIdx="4" presStyleCnt="6"/>
      <dgm:spPr/>
    </dgm:pt>
    <dgm:pt modelId="{DADBBC9A-8D89-483E-9715-8B40B97AF728}" type="pres">
      <dgm:prSet presAssocID="{93D731B7-9FCA-4230-9B93-07321545AFB4}" presName="horz1" presStyleCnt="0"/>
      <dgm:spPr/>
    </dgm:pt>
    <dgm:pt modelId="{687AFF3D-BF83-4897-A1AB-1D6A24338CCE}" type="pres">
      <dgm:prSet presAssocID="{93D731B7-9FCA-4230-9B93-07321545AFB4}" presName="tx1" presStyleLbl="revTx" presStyleIdx="4" presStyleCnt="6"/>
      <dgm:spPr/>
    </dgm:pt>
    <dgm:pt modelId="{84B556CB-A0F5-4E1A-B146-659A6BB37B72}" type="pres">
      <dgm:prSet presAssocID="{93D731B7-9FCA-4230-9B93-07321545AFB4}" presName="vert1" presStyleCnt="0"/>
      <dgm:spPr/>
    </dgm:pt>
    <dgm:pt modelId="{A79BF4DB-6532-4409-90AE-885E2768F903}" type="pres">
      <dgm:prSet presAssocID="{41A2ED2A-0592-47AB-A90E-9335F1D1474A}" presName="thickLine" presStyleLbl="alignNode1" presStyleIdx="5" presStyleCnt="6"/>
      <dgm:spPr/>
    </dgm:pt>
    <dgm:pt modelId="{171CBE4D-2CE7-4222-A0AE-BDDB7925B560}" type="pres">
      <dgm:prSet presAssocID="{41A2ED2A-0592-47AB-A90E-9335F1D1474A}" presName="horz1" presStyleCnt="0"/>
      <dgm:spPr/>
    </dgm:pt>
    <dgm:pt modelId="{3B033F4C-8D99-4F84-9A8C-B640673519D1}" type="pres">
      <dgm:prSet presAssocID="{41A2ED2A-0592-47AB-A90E-9335F1D1474A}" presName="tx1" presStyleLbl="revTx" presStyleIdx="5" presStyleCnt="6"/>
      <dgm:spPr/>
    </dgm:pt>
    <dgm:pt modelId="{394D69FC-B9A0-465E-BFAD-C103C668C509}" type="pres">
      <dgm:prSet presAssocID="{41A2ED2A-0592-47AB-A90E-9335F1D1474A}" presName="vert1" presStyleCnt="0"/>
      <dgm:spPr/>
    </dgm:pt>
  </dgm:ptLst>
  <dgm:cxnLst>
    <dgm:cxn modelId="{B06FFE06-39E2-4A31-87E9-051F4AF3A5D2}" type="presOf" srcId="{93D731B7-9FCA-4230-9B93-07321545AFB4}" destId="{687AFF3D-BF83-4897-A1AB-1D6A24338CCE}" srcOrd="0" destOrd="0" presId="urn:microsoft.com/office/officeart/2008/layout/LinedList"/>
    <dgm:cxn modelId="{C6A9AA0D-18B8-45EE-8D93-B69215838215}" srcId="{750E324C-87DB-43C3-BAF9-B8747831F36A}" destId="{93D731B7-9FCA-4230-9B93-07321545AFB4}" srcOrd="4" destOrd="0" parTransId="{2E68548D-35CF-4111-BEEA-732F26F7BC34}" sibTransId="{201B9820-1E24-46FE-B735-053D8FFC523F}"/>
    <dgm:cxn modelId="{CF95161E-79CD-46E0-9CD9-4EEA9F83BF62}" srcId="{750E324C-87DB-43C3-BAF9-B8747831F36A}" destId="{41A2ED2A-0592-47AB-A90E-9335F1D1474A}" srcOrd="5" destOrd="0" parTransId="{3A2CBDBF-E922-4296-A97C-C0B7F14D756F}" sibTransId="{FBBE9A0D-4428-48C2-AEB4-ABF89AE010F3}"/>
    <dgm:cxn modelId="{5D71815D-7AB6-4488-851B-696B79C2EF24}" type="presOf" srcId="{750E324C-87DB-43C3-BAF9-B8747831F36A}" destId="{F8543EEA-77AB-4833-95C7-BBA91C6A530D}" srcOrd="0" destOrd="0" presId="urn:microsoft.com/office/officeart/2008/layout/LinedList"/>
    <dgm:cxn modelId="{CDC86247-3BCA-452B-801C-496656374DCF}" type="presOf" srcId="{9EC03B7F-A2CC-4283-963C-E42173E03096}" destId="{474D39F1-0BBF-4462-9A2B-A3035E3D7BED}" srcOrd="0" destOrd="0" presId="urn:microsoft.com/office/officeart/2008/layout/LinedList"/>
    <dgm:cxn modelId="{D51E1273-5427-4DDD-A7D7-A6D69A24D2AB}" type="presOf" srcId="{77201AAA-2E5C-4EFC-9E62-357CF53C3AB9}" destId="{3659B6BF-7A1B-4550-B7A4-60CCA9DDA55C}" srcOrd="0" destOrd="0" presId="urn:microsoft.com/office/officeart/2008/layout/LinedList"/>
    <dgm:cxn modelId="{4012BC97-9800-4594-8E6C-83C5302D8A58}" srcId="{750E324C-87DB-43C3-BAF9-B8747831F36A}" destId="{77201AAA-2E5C-4EFC-9E62-357CF53C3AB9}" srcOrd="1" destOrd="0" parTransId="{89DD527B-2CF6-4841-A509-292104EFDA02}" sibTransId="{8BC4520D-694A-4F13-8A4F-9E4B4FDA0032}"/>
    <dgm:cxn modelId="{0A96C09B-FC9E-408F-82B6-5927AF2D3C32}" type="presOf" srcId="{41A2ED2A-0592-47AB-A90E-9335F1D1474A}" destId="{3B033F4C-8D99-4F84-9A8C-B640673519D1}" srcOrd="0" destOrd="0" presId="urn:microsoft.com/office/officeart/2008/layout/LinedList"/>
    <dgm:cxn modelId="{FB8C4EBD-BE62-43F6-AB56-5737D02CF91A}" type="presOf" srcId="{AEC6D7FE-34E1-4226-A0A1-04F5EC48DE32}" destId="{8E645F93-AE0A-4E71-A0F2-11779554E037}" srcOrd="0" destOrd="0" presId="urn:microsoft.com/office/officeart/2008/layout/LinedList"/>
    <dgm:cxn modelId="{0418B5C7-AA40-4236-8E59-16ABEAA7BC8F}" srcId="{750E324C-87DB-43C3-BAF9-B8747831F36A}" destId="{B2C4F0E4-5219-41FB-8609-200281A1ABE1}" srcOrd="2" destOrd="0" parTransId="{FF70219C-4A4E-41FF-8F64-D187B091B1B5}" sibTransId="{2F88EFAC-5113-4FB6-95C2-EB73EF2BE085}"/>
    <dgm:cxn modelId="{8D9C35CE-BAB8-43F2-9299-8AF0CE05863F}" type="presOf" srcId="{B2C4F0E4-5219-41FB-8609-200281A1ABE1}" destId="{E87AE2DC-2A8A-4347-8C5D-8221F9823AA5}" srcOrd="0" destOrd="0" presId="urn:microsoft.com/office/officeart/2008/layout/LinedList"/>
    <dgm:cxn modelId="{D467FBD4-DB64-48C6-A32C-115BE83FE575}" srcId="{750E324C-87DB-43C3-BAF9-B8747831F36A}" destId="{9EC03B7F-A2CC-4283-963C-E42173E03096}" srcOrd="0" destOrd="0" parTransId="{D78BD967-96E9-4523-8DCE-E01D082A93D0}" sibTransId="{703DECFA-BC71-4FA5-B6E6-D6A9B32E0E76}"/>
    <dgm:cxn modelId="{BC7624DC-565F-47F5-B2A4-76C736287C24}" srcId="{750E324C-87DB-43C3-BAF9-B8747831F36A}" destId="{AEC6D7FE-34E1-4226-A0A1-04F5EC48DE32}" srcOrd="3" destOrd="0" parTransId="{8755DA8A-A459-42F2-84FA-270B965CC449}" sibTransId="{69663F51-102F-483C-A8B9-A9F279AB4CA2}"/>
    <dgm:cxn modelId="{80E6D066-12AB-498B-98F2-2FB2BA68ECD1}" type="presParOf" srcId="{F8543EEA-77AB-4833-95C7-BBA91C6A530D}" destId="{4197C3DF-CDC2-44C8-BCF5-77E3C6C24D3A}" srcOrd="0" destOrd="0" presId="urn:microsoft.com/office/officeart/2008/layout/LinedList"/>
    <dgm:cxn modelId="{E0E6AF0F-6E41-480C-A466-E06ECC7EB15B}" type="presParOf" srcId="{F8543EEA-77AB-4833-95C7-BBA91C6A530D}" destId="{B86FDC5D-E8B6-4D73-8256-3FF4AAADE608}" srcOrd="1" destOrd="0" presId="urn:microsoft.com/office/officeart/2008/layout/LinedList"/>
    <dgm:cxn modelId="{EA6F926E-99B9-4C72-AFB7-9D6CC593967F}" type="presParOf" srcId="{B86FDC5D-E8B6-4D73-8256-3FF4AAADE608}" destId="{474D39F1-0BBF-4462-9A2B-A3035E3D7BED}" srcOrd="0" destOrd="0" presId="urn:microsoft.com/office/officeart/2008/layout/LinedList"/>
    <dgm:cxn modelId="{174BF608-A799-4A69-859A-CB8E131E57CA}" type="presParOf" srcId="{B86FDC5D-E8B6-4D73-8256-3FF4AAADE608}" destId="{567ABEBA-FC11-46ED-AAE6-4F3A66164076}" srcOrd="1" destOrd="0" presId="urn:microsoft.com/office/officeart/2008/layout/LinedList"/>
    <dgm:cxn modelId="{CFAABC01-FFF2-48D6-A1D6-0721717CA50C}" type="presParOf" srcId="{F8543EEA-77AB-4833-95C7-BBA91C6A530D}" destId="{6C1EBEDD-21A8-4B67-A814-0B9DFA7BCB0E}" srcOrd="2" destOrd="0" presId="urn:microsoft.com/office/officeart/2008/layout/LinedList"/>
    <dgm:cxn modelId="{866D6BF4-3841-4B90-97AA-6E8A3E167DC2}" type="presParOf" srcId="{F8543EEA-77AB-4833-95C7-BBA91C6A530D}" destId="{E7376EE2-A637-42D7-B7DA-20C15F283AB8}" srcOrd="3" destOrd="0" presId="urn:microsoft.com/office/officeart/2008/layout/LinedList"/>
    <dgm:cxn modelId="{04B1885F-C54C-4650-AA23-31928EB653FF}" type="presParOf" srcId="{E7376EE2-A637-42D7-B7DA-20C15F283AB8}" destId="{3659B6BF-7A1B-4550-B7A4-60CCA9DDA55C}" srcOrd="0" destOrd="0" presId="urn:microsoft.com/office/officeart/2008/layout/LinedList"/>
    <dgm:cxn modelId="{0F1B2AD6-6205-45DD-9B6A-9036B0E2BBB2}" type="presParOf" srcId="{E7376EE2-A637-42D7-B7DA-20C15F283AB8}" destId="{A3E071E3-F118-492E-9F56-197999946853}" srcOrd="1" destOrd="0" presId="urn:microsoft.com/office/officeart/2008/layout/LinedList"/>
    <dgm:cxn modelId="{928DEA39-6C27-4893-9880-82A1B8B333BA}" type="presParOf" srcId="{F8543EEA-77AB-4833-95C7-BBA91C6A530D}" destId="{C359FA8D-AB49-41D0-937B-06DD15C4C125}" srcOrd="4" destOrd="0" presId="urn:microsoft.com/office/officeart/2008/layout/LinedList"/>
    <dgm:cxn modelId="{69C92627-78BE-473B-908A-415A9145B2B0}" type="presParOf" srcId="{F8543EEA-77AB-4833-95C7-BBA91C6A530D}" destId="{F2D44BDC-C822-428D-8328-1A732C0D26AF}" srcOrd="5" destOrd="0" presId="urn:microsoft.com/office/officeart/2008/layout/LinedList"/>
    <dgm:cxn modelId="{ABBDB834-4A46-44D2-9B86-D919BD405539}" type="presParOf" srcId="{F2D44BDC-C822-428D-8328-1A732C0D26AF}" destId="{E87AE2DC-2A8A-4347-8C5D-8221F9823AA5}" srcOrd="0" destOrd="0" presId="urn:microsoft.com/office/officeart/2008/layout/LinedList"/>
    <dgm:cxn modelId="{9EE92E3C-20EE-4356-9E8E-68FC1F95E724}" type="presParOf" srcId="{F2D44BDC-C822-428D-8328-1A732C0D26AF}" destId="{BE1D9209-5785-442C-9C0B-54D558C1F6AD}" srcOrd="1" destOrd="0" presId="urn:microsoft.com/office/officeart/2008/layout/LinedList"/>
    <dgm:cxn modelId="{BB3A6664-9EBF-4F2C-AAF9-C23A8E0F60EB}" type="presParOf" srcId="{F8543EEA-77AB-4833-95C7-BBA91C6A530D}" destId="{1C31C24F-2677-48A0-9A9F-44D0995960CC}" srcOrd="6" destOrd="0" presId="urn:microsoft.com/office/officeart/2008/layout/LinedList"/>
    <dgm:cxn modelId="{B4FBD412-0901-404A-9124-37B3DC2C067B}" type="presParOf" srcId="{F8543EEA-77AB-4833-95C7-BBA91C6A530D}" destId="{8A0DF438-A507-4322-A8FA-27D8E3002259}" srcOrd="7" destOrd="0" presId="urn:microsoft.com/office/officeart/2008/layout/LinedList"/>
    <dgm:cxn modelId="{60F3AF65-2448-49EA-8CB3-651301EA6654}" type="presParOf" srcId="{8A0DF438-A507-4322-A8FA-27D8E3002259}" destId="{8E645F93-AE0A-4E71-A0F2-11779554E037}" srcOrd="0" destOrd="0" presId="urn:microsoft.com/office/officeart/2008/layout/LinedList"/>
    <dgm:cxn modelId="{5037F95D-ED5B-44FC-A335-E0BBB0FEC3EA}" type="presParOf" srcId="{8A0DF438-A507-4322-A8FA-27D8E3002259}" destId="{286D53ED-E183-4693-90CB-673661653DF5}" srcOrd="1" destOrd="0" presId="urn:microsoft.com/office/officeart/2008/layout/LinedList"/>
    <dgm:cxn modelId="{309024ED-FADA-4B5C-B99A-D5832A7A67D8}" type="presParOf" srcId="{F8543EEA-77AB-4833-95C7-BBA91C6A530D}" destId="{9BF460BD-C6BA-4B6F-9C21-B25E0D579F2A}" srcOrd="8" destOrd="0" presId="urn:microsoft.com/office/officeart/2008/layout/LinedList"/>
    <dgm:cxn modelId="{778118ED-87A3-4FBE-990F-C81A34F57B9C}" type="presParOf" srcId="{F8543EEA-77AB-4833-95C7-BBA91C6A530D}" destId="{DADBBC9A-8D89-483E-9715-8B40B97AF728}" srcOrd="9" destOrd="0" presId="urn:microsoft.com/office/officeart/2008/layout/LinedList"/>
    <dgm:cxn modelId="{ED3835A5-53B3-4419-B4BA-D479AE72C6E8}" type="presParOf" srcId="{DADBBC9A-8D89-483E-9715-8B40B97AF728}" destId="{687AFF3D-BF83-4897-A1AB-1D6A24338CCE}" srcOrd="0" destOrd="0" presId="urn:microsoft.com/office/officeart/2008/layout/LinedList"/>
    <dgm:cxn modelId="{8EAA3CE5-8D61-49B1-B28E-CF7973F7064A}" type="presParOf" srcId="{DADBBC9A-8D89-483E-9715-8B40B97AF728}" destId="{84B556CB-A0F5-4E1A-B146-659A6BB37B72}" srcOrd="1" destOrd="0" presId="urn:microsoft.com/office/officeart/2008/layout/LinedList"/>
    <dgm:cxn modelId="{59F49120-AC21-4064-BC0E-DED7AC814ABA}" type="presParOf" srcId="{F8543EEA-77AB-4833-95C7-BBA91C6A530D}" destId="{A79BF4DB-6532-4409-90AE-885E2768F903}" srcOrd="10" destOrd="0" presId="urn:microsoft.com/office/officeart/2008/layout/LinedList"/>
    <dgm:cxn modelId="{6CB7C7DF-6B85-4178-BD4B-0F811D6DADE2}" type="presParOf" srcId="{F8543EEA-77AB-4833-95C7-BBA91C6A530D}" destId="{171CBE4D-2CE7-4222-A0AE-BDDB7925B560}" srcOrd="11" destOrd="0" presId="urn:microsoft.com/office/officeart/2008/layout/LinedList"/>
    <dgm:cxn modelId="{CEBA69D2-C2AA-4209-A5B1-44C3E214A994}" type="presParOf" srcId="{171CBE4D-2CE7-4222-A0AE-BDDB7925B560}" destId="{3B033F4C-8D99-4F84-9A8C-B640673519D1}" srcOrd="0" destOrd="0" presId="urn:microsoft.com/office/officeart/2008/layout/LinedList"/>
    <dgm:cxn modelId="{B8CDAD46-B817-4791-8DCD-1E886352B1DF}" type="presParOf" srcId="{171CBE4D-2CE7-4222-A0AE-BDDB7925B560}" destId="{394D69FC-B9A0-465E-BFAD-C103C668C50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2AD3291-BE15-4256-A258-029F3050051A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9B1FBA3A-9358-4FF8-AB20-009FD02C3B23}">
      <dgm:prSet/>
      <dgm:spPr/>
      <dgm:t>
        <a:bodyPr/>
        <a:lstStyle/>
        <a:p>
          <a:r>
            <a:rPr lang="en-US"/>
            <a:t>Roboflow Software Training.</a:t>
          </a:r>
        </a:p>
      </dgm:t>
    </dgm:pt>
    <dgm:pt modelId="{C965B1F0-EEFF-4F2A-86C8-ED4CBA507282}" type="parTrans" cxnId="{850D0F17-2ABF-4DC1-AFD8-E8525B0FB5E9}">
      <dgm:prSet/>
      <dgm:spPr/>
      <dgm:t>
        <a:bodyPr/>
        <a:lstStyle/>
        <a:p>
          <a:endParaRPr lang="en-US"/>
        </a:p>
      </dgm:t>
    </dgm:pt>
    <dgm:pt modelId="{0272B6C3-E443-4D5F-9F04-1B59AA4D1AFD}" type="sibTrans" cxnId="{850D0F17-2ABF-4DC1-AFD8-E8525B0FB5E9}">
      <dgm:prSet/>
      <dgm:spPr/>
      <dgm:t>
        <a:bodyPr/>
        <a:lstStyle/>
        <a:p>
          <a:endParaRPr lang="en-US"/>
        </a:p>
      </dgm:t>
    </dgm:pt>
    <dgm:pt modelId="{B810984B-25E1-4601-A470-44DAFBECDF19}">
      <dgm:prSet/>
      <dgm:spPr/>
      <dgm:t>
        <a:bodyPr/>
        <a:lstStyle/>
        <a:p>
          <a:r>
            <a:rPr lang="en-US"/>
            <a:t>Roboflow P&amp;IDs Data Prepration. </a:t>
          </a:r>
        </a:p>
      </dgm:t>
    </dgm:pt>
    <dgm:pt modelId="{AA565961-2BD8-4637-9786-757835AC1C6D}" type="parTrans" cxnId="{4916A3D3-F322-4D1E-930C-A8FC5A9BB3B6}">
      <dgm:prSet/>
      <dgm:spPr/>
      <dgm:t>
        <a:bodyPr/>
        <a:lstStyle/>
        <a:p>
          <a:endParaRPr lang="en-US"/>
        </a:p>
      </dgm:t>
    </dgm:pt>
    <dgm:pt modelId="{5E52E1B7-E6AA-4947-B1B4-BFD06B1ADF27}" type="sibTrans" cxnId="{4916A3D3-F322-4D1E-930C-A8FC5A9BB3B6}">
      <dgm:prSet/>
      <dgm:spPr/>
      <dgm:t>
        <a:bodyPr/>
        <a:lstStyle/>
        <a:p>
          <a:endParaRPr lang="en-US"/>
        </a:p>
      </dgm:t>
    </dgm:pt>
    <dgm:pt modelId="{0371BDDF-532F-47A1-8880-4075758CA29C}">
      <dgm:prSet/>
      <dgm:spPr/>
      <dgm:t>
        <a:bodyPr/>
        <a:lstStyle/>
        <a:p>
          <a:r>
            <a:rPr lang="en-US" dirty="0"/>
            <a:t>Prepare the legend sheet for the </a:t>
          </a:r>
          <a:r>
            <a:rPr lang="en-US" dirty="0" err="1"/>
            <a:t>Roboflow</a:t>
          </a:r>
          <a:r>
            <a:rPr lang="en-US" dirty="0"/>
            <a:t> Class name. </a:t>
          </a:r>
        </a:p>
      </dgm:t>
    </dgm:pt>
    <dgm:pt modelId="{3EEC19B5-1519-4454-8DEF-F3727B52ECDA}" type="parTrans" cxnId="{39A60544-96CA-44CD-A637-15BE425ED7B6}">
      <dgm:prSet/>
      <dgm:spPr/>
      <dgm:t>
        <a:bodyPr/>
        <a:lstStyle/>
        <a:p>
          <a:endParaRPr lang="en-US"/>
        </a:p>
      </dgm:t>
    </dgm:pt>
    <dgm:pt modelId="{672DC454-87C6-4A4C-9855-CCF0F91720C8}" type="sibTrans" cxnId="{39A60544-96CA-44CD-A637-15BE425ED7B6}">
      <dgm:prSet/>
      <dgm:spPr/>
      <dgm:t>
        <a:bodyPr/>
        <a:lstStyle/>
        <a:p>
          <a:endParaRPr lang="en-US"/>
        </a:p>
      </dgm:t>
    </dgm:pt>
    <dgm:pt modelId="{68A982F0-BF0B-40B9-9604-D81BDEADF34F}">
      <dgm:prSet/>
      <dgm:spPr/>
      <dgm:t>
        <a:bodyPr/>
        <a:lstStyle/>
        <a:p>
          <a:r>
            <a:rPr lang="en-US"/>
            <a:t>Start the annotation work on Pump &amp; Vessel P&amp;IDs. </a:t>
          </a:r>
        </a:p>
      </dgm:t>
    </dgm:pt>
    <dgm:pt modelId="{2347DCF3-7BC6-4755-9D06-994ECB2B6E23}" type="parTrans" cxnId="{F5FDF8C2-74FA-458B-A7EC-E6897FEDE45E}">
      <dgm:prSet/>
      <dgm:spPr/>
      <dgm:t>
        <a:bodyPr/>
        <a:lstStyle/>
        <a:p>
          <a:endParaRPr lang="en-US"/>
        </a:p>
      </dgm:t>
    </dgm:pt>
    <dgm:pt modelId="{6BED16F3-D1BD-4876-8AAD-F31478D2ED5E}" type="sibTrans" cxnId="{F5FDF8C2-74FA-458B-A7EC-E6897FEDE45E}">
      <dgm:prSet/>
      <dgm:spPr/>
      <dgm:t>
        <a:bodyPr/>
        <a:lstStyle/>
        <a:p>
          <a:endParaRPr lang="en-US"/>
        </a:p>
      </dgm:t>
    </dgm:pt>
    <dgm:pt modelId="{2CAC7E04-18A9-42E6-A5BC-5441A9A1EF9F}">
      <dgm:prSet/>
      <dgm:spPr/>
      <dgm:t>
        <a:bodyPr/>
        <a:lstStyle/>
        <a:p>
          <a:r>
            <a:rPr lang="en-US"/>
            <a:t>Fixing the errors while Annotating the P&amp;IDs. </a:t>
          </a:r>
        </a:p>
      </dgm:t>
    </dgm:pt>
    <dgm:pt modelId="{F73BC438-196A-4D88-B365-39D33DE414DA}" type="parTrans" cxnId="{C290BDD2-EBB5-475F-99E8-66E42621C26C}">
      <dgm:prSet/>
      <dgm:spPr/>
      <dgm:t>
        <a:bodyPr/>
        <a:lstStyle/>
        <a:p>
          <a:endParaRPr lang="en-US"/>
        </a:p>
      </dgm:t>
    </dgm:pt>
    <dgm:pt modelId="{3E935633-B2BB-48BF-8068-C85CE70E4E40}" type="sibTrans" cxnId="{C290BDD2-EBB5-475F-99E8-66E42621C26C}">
      <dgm:prSet/>
      <dgm:spPr/>
      <dgm:t>
        <a:bodyPr/>
        <a:lstStyle/>
        <a:p>
          <a:endParaRPr lang="en-US"/>
        </a:p>
      </dgm:t>
    </dgm:pt>
    <dgm:pt modelId="{9CAF7537-E5BC-404B-9B59-277168C133FF}">
      <dgm:prSet/>
      <dgm:spPr/>
      <dgm:t>
        <a:bodyPr/>
        <a:lstStyle/>
        <a:p>
          <a:r>
            <a:rPr lang="en-US"/>
            <a:t>Export the YOLO files for the Output and fixe the errors &amp; Starting Re-Annotating. </a:t>
          </a:r>
        </a:p>
      </dgm:t>
    </dgm:pt>
    <dgm:pt modelId="{8606824B-F431-42D3-9989-9FBA82D05017}" type="parTrans" cxnId="{2EEA8AA3-19DF-4B70-B852-11D3B12C3221}">
      <dgm:prSet/>
      <dgm:spPr/>
      <dgm:t>
        <a:bodyPr/>
        <a:lstStyle/>
        <a:p>
          <a:endParaRPr lang="en-US"/>
        </a:p>
      </dgm:t>
    </dgm:pt>
    <dgm:pt modelId="{5FF1722C-5A63-4649-BF3B-8FB3A5BE919C}" type="sibTrans" cxnId="{2EEA8AA3-19DF-4B70-B852-11D3B12C3221}">
      <dgm:prSet/>
      <dgm:spPr/>
      <dgm:t>
        <a:bodyPr/>
        <a:lstStyle/>
        <a:p>
          <a:endParaRPr lang="en-US"/>
        </a:p>
      </dgm:t>
    </dgm:pt>
    <dgm:pt modelId="{3EC4AC25-AA74-4FEF-9461-0820F94995E1}" type="pres">
      <dgm:prSet presAssocID="{42AD3291-BE15-4256-A258-029F3050051A}" presName="Name0" presStyleCnt="0">
        <dgm:presLayoutVars>
          <dgm:dir/>
          <dgm:resizeHandles val="exact"/>
        </dgm:presLayoutVars>
      </dgm:prSet>
      <dgm:spPr/>
    </dgm:pt>
    <dgm:pt modelId="{DDD412F9-7286-4215-BE98-AFBF81B97A90}" type="pres">
      <dgm:prSet presAssocID="{9B1FBA3A-9358-4FF8-AB20-009FD02C3B23}" presName="node" presStyleLbl="node1" presStyleIdx="0" presStyleCnt="6">
        <dgm:presLayoutVars>
          <dgm:bulletEnabled val="1"/>
        </dgm:presLayoutVars>
      </dgm:prSet>
      <dgm:spPr/>
    </dgm:pt>
    <dgm:pt modelId="{95E75796-1E5D-4080-B39D-DB0BABE4C2E2}" type="pres">
      <dgm:prSet presAssocID="{0272B6C3-E443-4D5F-9F04-1B59AA4D1AFD}" presName="sibTrans" presStyleLbl="sibTrans1D1" presStyleIdx="0" presStyleCnt="5"/>
      <dgm:spPr/>
    </dgm:pt>
    <dgm:pt modelId="{AE7A0AE6-3D75-4874-B2F5-157AD403E512}" type="pres">
      <dgm:prSet presAssocID="{0272B6C3-E443-4D5F-9F04-1B59AA4D1AFD}" presName="connectorText" presStyleLbl="sibTrans1D1" presStyleIdx="0" presStyleCnt="5"/>
      <dgm:spPr/>
    </dgm:pt>
    <dgm:pt modelId="{B96310B5-8D1C-4880-810B-824052D02D4A}" type="pres">
      <dgm:prSet presAssocID="{B810984B-25E1-4601-A470-44DAFBECDF19}" presName="node" presStyleLbl="node1" presStyleIdx="1" presStyleCnt="6">
        <dgm:presLayoutVars>
          <dgm:bulletEnabled val="1"/>
        </dgm:presLayoutVars>
      </dgm:prSet>
      <dgm:spPr/>
    </dgm:pt>
    <dgm:pt modelId="{BDA7CB44-202D-4261-9C14-9879AC73D599}" type="pres">
      <dgm:prSet presAssocID="{5E52E1B7-E6AA-4947-B1B4-BFD06B1ADF27}" presName="sibTrans" presStyleLbl="sibTrans1D1" presStyleIdx="1" presStyleCnt="5"/>
      <dgm:spPr/>
    </dgm:pt>
    <dgm:pt modelId="{E5D8EB3C-FC2D-43DA-A2E9-494A50AF3C6A}" type="pres">
      <dgm:prSet presAssocID="{5E52E1B7-E6AA-4947-B1B4-BFD06B1ADF27}" presName="connectorText" presStyleLbl="sibTrans1D1" presStyleIdx="1" presStyleCnt="5"/>
      <dgm:spPr/>
    </dgm:pt>
    <dgm:pt modelId="{1D922E84-E587-4619-8A7C-265CA6218E1F}" type="pres">
      <dgm:prSet presAssocID="{0371BDDF-532F-47A1-8880-4075758CA29C}" presName="node" presStyleLbl="node1" presStyleIdx="2" presStyleCnt="6">
        <dgm:presLayoutVars>
          <dgm:bulletEnabled val="1"/>
        </dgm:presLayoutVars>
      </dgm:prSet>
      <dgm:spPr/>
    </dgm:pt>
    <dgm:pt modelId="{C5760D10-347F-4D58-AE44-09280B3B88EC}" type="pres">
      <dgm:prSet presAssocID="{672DC454-87C6-4A4C-9855-CCF0F91720C8}" presName="sibTrans" presStyleLbl="sibTrans1D1" presStyleIdx="2" presStyleCnt="5"/>
      <dgm:spPr/>
    </dgm:pt>
    <dgm:pt modelId="{3B35F8C8-DB06-4081-9DB3-DA5E2D88655C}" type="pres">
      <dgm:prSet presAssocID="{672DC454-87C6-4A4C-9855-CCF0F91720C8}" presName="connectorText" presStyleLbl="sibTrans1D1" presStyleIdx="2" presStyleCnt="5"/>
      <dgm:spPr/>
    </dgm:pt>
    <dgm:pt modelId="{1BD08D47-FE3B-40C2-A796-FF62ABDCE792}" type="pres">
      <dgm:prSet presAssocID="{68A982F0-BF0B-40B9-9604-D81BDEADF34F}" presName="node" presStyleLbl="node1" presStyleIdx="3" presStyleCnt="6">
        <dgm:presLayoutVars>
          <dgm:bulletEnabled val="1"/>
        </dgm:presLayoutVars>
      </dgm:prSet>
      <dgm:spPr/>
    </dgm:pt>
    <dgm:pt modelId="{0FF759C2-4624-4883-AB95-191436D97350}" type="pres">
      <dgm:prSet presAssocID="{6BED16F3-D1BD-4876-8AAD-F31478D2ED5E}" presName="sibTrans" presStyleLbl="sibTrans1D1" presStyleIdx="3" presStyleCnt="5"/>
      <dgm:spPr/>
    </dgm:pt>
    <dgm:pt modelId="{CEC3D2E0-55D5-4782-9EF0-3DA84CF6E01C}" type="pres">
      <dgm:prSet presAssocID="{6BED16F3-D1BD-4876-8AAD-F31478D2ED5E}" presName="connectorText" presStyleLbl="sibTrans1D1" presStyleIdx="3" presStyleCnt="5"/>
      <dgm:spPr/>
    </dgm:pt>
    <dgm:pt modelId="{4F0F73D6-6BD6-44F9-8FA6-F5A7EEAE17D5}" type="pres">
      <dgm:prSet presAssocID="{2CAC7E04-18A9-42E6-A5BC-5441A9A1EF9F}" presName="node" presStyleLbl="node1" presStyleIdx="4" presStyleCnt="6">
        <dgm:presLayoutVars>
          <dgm:bulletEnabled val="1"/>
        </dgm:presLayoutVars>
      </dgm:prSet>
      <dgm:spPr/>
    </dgm:pt>
    <dgm:pt modelId="{6F7E4F71-5A7D-44A7-9698-997778A78E5B}" type="pres">
      <dgm:prSet presAssocID="{3E935633-B2BB-48BF-8068-C85CE70E4E40}" presName="sibTrans" presStyleLbl="sibTrans1D1" presStyleIdx="4" presStyleCnt="5"/>
      <dgm:spPr/>
    </dgm:pt>
    <dgm:pt modelId="{8AC63F0E-FE66-4148-B622-A088E6745472}" type="pres">
      <dgm:prSet presAssocID="{3E935633-B2BB-48BF-8068-C85CE70E4E40}" presName="connectorText" presStyleLbl="sibTrans1D1" presStyleIdx="4" presStyleCnt="5"/>
      <dgm:spPr/>
    </dgm:pt>
    <dgm:pt modelId="{C0875ADE-3BF8-4AC6-8485-2CC2064F1045}" type="pres">
      <dgm:prSet presAssocID="{9CAF7537-E5BC-404B-9B59-277168C133FF}" presName="node" presStyleLbl="node1" presStyleIdx="5" presStyleCnt="6">
        <dgm:presLayoutVars>
          <dgm:bulletEnabled val="1"/>
        </dgm:presLayoutVars>
      </dgm:prSet>
      <dgm:spPr/>
    </dgm:pt>
  </dgm:ptLst>
  <dgm:cxnLst>
    <dgm:cxn modelId="{88EC1A04-AA7D-4AD9-9D73-530012F4FC63}" type="presOf" srcId="{2CAC7E04-18A9-42E6-A5BC-5441A9A1EF9F}" destId="{4F0F73D6-6BD6-44F9-8FA6-F5A7EEAE17D5}" srcOrd="0" destOrd="0" presId="urn:microsoft.com/office/officeart/2016/7/layout/RepeatingBendingProcessNew"/>
    <dgm:cxn modelId="{E435C609-6301-407E-B72C-E9CB5690E51E}" type="presOf" srcId="{68A982F0-BF0B-40B9-9604-D81BDEADF34F}" destId="{1BD08D47-FE3B-40C2-A796-FF62ABDCE792}" srcOrd="0" destOrd="0" presId="urn:microsoft.com/office/officeart/2016/7/layout/RepeatingBendingProcessNew"/>
    <dgm:cxn modelId="{850D0F17-2ABF-4DC1-AFD8-E8525B0FB5E9}" srcId="{42AD3291-BE15-4256-A258-029F3050051A}" destId="{9B1FBA3A-9358-4FF8-AB20-009FD02C3B23}" srcOrd="0" destOrd="0" parTransId="{C965B1F0-EEFF-4F2A-86C8-ED4CBA507282}" sibTransId="{0272B6C3-E443-4D5F-9F04-1B59AA4D1AFD}"/>
    <dgm:cxn modelId="{9E451619-C086-4279-A411-42432381A07F}" type="presOf" srcId="{0371BDDF-532F-47A1-8880-4075758CA29C}" destId="{1D922E84-E587-4619-8A7C-265CA6218E1F}" srcOrd="0" destOrd="0" presId="urn:microsoft.com/office/officeart/2016/7/layout/RepeatingBendingProcessNew"/>
    <dgm:cxn modelId="{89FE171D-5311-432C-9DB3-EAB4D02EFD9E}" type="presOf" srcId="{42AD3291-BE15-4256-A258-029F3050051A}" destId="{3EC4AC25-AA74-4FEF-9461-0820F94995E1}" srcOrd="0" destOrd="0" presId="urn:microsoft.com/office/officeart/2016/7/layout/RepeatingBendingProcessNew"/>
    <dgm:cxn modelId="{90841535-8495-4830-909D-EE6639BD86F9}" type="presOf" srcId="{3E935633-B2BB-48BF-8068-C85CE70E4E40}" destId="{8AC63F0E-FE66-4148-B622-A088E6745472}" srcOrd="1" destOrd="0" presId="urn:microsoft.com/office/officeart/2016/7/layout/RepeatingBendingProcessNew"/>
    <dgm:cxn modelId="{19F3BA38-8C28-4B05-8234-91DE569D0744}" type="presOf" srcId="{0272B6C3-E443-4D5F-9F04-1B59AA4D1AFD}" destId="{AE7A0AE6-3D75-4874-B2F5-157AD403E512}" srcOrd="1" destOrd="0" presId="urn:microsoft.com/office/officeart/2016/7/layout/RepeatingBendingProcessNew"/>
    <dgm:cxn modelId="{2EFCFE42-528A-4264-96C7-28C674EA57F4}" type="presOf" srcId="{0272B6C3-E443-4D5F-9F04-1B59AA4D1AFD}" destId="{95E75796-1E5D-4080-B39D-DB0BABE4C2E2}" srcOrd="0" destOrd="0" presId="urn:microsoft.com/office/officeart/2016/7/layout/RepeatingBendingProcessNew"/>
    <dgm:cxn modelId="{39A60544-96CA-44CD-A637-15BE425ED7B6}" srcId="{42AD3291-BE15-4256-A258-029F3050051A}" destId="{0371BDDF-532F-47A1-8880-4075758CA29C}" srcOrd="2" destOrd="0" parTransId="{3EEC19B5-1519-4454-8DEF-F3727B52ECDA}" sibTransId="{672DC454-87C6-4A4C-9855-CCF0F91720C8}"/>
    <dgm:cxn modelId="{D241DE48-36B6-475B-A34D-8942401E5173}" type="presOf" srcId="{9B1FBA3A-9358-4FF8-AB20-009FD02C3B23}" destId="{DDD412F9-7286-4215-BE98-AFBF81B97A90}" srcOrd="0" destOrd="0" presId="urn:microsoft.com/office/officeart/2016/7/layout/RepeatingBendingProcessNew"/>
    <dgm:cxn modelId="{1F736082-B7E7-4E2D-BFD7-10DF88AECF72}" type="presOf" srcId="{5E52E1B7-E6AA-4947-B1B4-BFD06B1ADF27}" destId="{BDA7CB44-202D-4261-9C14-9879AC73D599}" srcOrd="0" destOrd="0" presId="urn:microsoft.com/office/officeart/2016/7/layout/RepeatingBendingProcessNew"/>
    <dgm:cxn modelId="{2A36B388-AA26-4BD5-A8DF-6C373ED5E6FA}" type="presOf" srcId="{6BED16F3-D1BD-4876-8AAD-F31478D2ED5E}" destId="{0FF759C2-4624-4883-AB95-191436D97350}" srcOrd="0" destOrd="0" presId="urn:microsoft.com/office/officeart/2016/7/layout/RepeatingBendingProcessNew"/>
    <dgm:cxn modelId="{B467F68E-EB50-4837-AFA6-0D3537D0019F}" type="presOf" srcId="{9CAF7537-E5BC-404B-9B59-277168C133FF}" destId="{C0875ADE-3BF8-4AC6-8485-2CC2064F1045}" srcOrd="0" destOrd="0" presId="urn:microsoft.com/office/officeart/2016/7/layout/RepeatingBendingProcessNew"/>
    <dgm:cxn modelId="{29CB8F9B-1436-4ADB-A516-EF624019A766}" type="presOf" srcId="{672DC454-87C6-4A4C-9855-CCF0F91720C8}" destId="{C5760D10-347F-4D58-AE44-09280B3B88EC}" srcOrd="0" destOrd="0" presId="urn:microsoft.com/office/officeart/2016/7/layout/RepeatingBendingProcessNew"/>
    <dgm:cxn modelId="{2EEA8AA3-19DF-4B70-B852-11D3B12C3221}" srcId="{42AD3291-BE15-4256-A258-029F3050051A}" destId="{9CAF7537-E5BC-404B-9B59-277168C133FF}" srcOrd="5" destOrd="0" parTransId="{8606824B-F431-42D3-9989-9FBA82D05017}" sibTransId="{5FF1722C-5A63-4649-BF3B-8FB3A5BE919C}"/>
    <dgm:cxn modelId="{025227A7-E531-4B65-AF4C-1DB024C08CC3}" type="presOf" srcId="{6BED16F3-D1BD-4876-8AAD-F31478D2ED5E}" destId="{CEC3D2E0-55D5-4782-9EF0-3DA84CF6E01C}" srcOrd="1" destOrd="0" presId="urn:microsoft.com/office/officeart/2016/7/layout/RepeatingBendingProcessNew"/>
    <dgm:cxn modelId="{75678EA8-B8FC-4CAE-A9EE-0A3722C0505B}" type="presOf" srcId="{B810984B-25E1-4601-A470-44DAFBECDF19}" destId="{B96310B5-8D1C-4880-810B-824052D02D4A}" srcOrd="0" destOrd="0" presId="urn:microsoft.com/office/officeart/2016/7/layout/RepeatingBendingProcessNew"/>
    <dgm:cxn modelId="{D3180FAE-115F-4DE1-8316-032746E062E7}" type="presOf" srcId="{5E52E1B7-E6AA-4947-B1B4-BFD06B1ADF27}" destId="{E5D8EB3C-FC2D-43DA-A2E9-494A50AF3C6A}" srcOrd="1" destOrd="0" presId="urn:microsoft.com/office/officeart/2016/7/layout/RepeatingBendingProcessNew"/>
    <dgm:cxn modelId="{83D661BA-898C-486C-97B6-4D3EAA76AB13}" type="presOf" srcId="{3E935633-B2BB-48BF-8068-C85CE70E4E40}" destId="{6F7E4F71-5A7D-44A7-9698-997778A78E5B}" srcOrd="0" destOrd="0" presId="urn:microsoft.com/office/officeart/2016/7/layout/RepeatingBendingProcessNew"/>
    <dgm:cxn modelId="{F5FDF8C2-74FA-458B-A7EC-E6897FEDE45E}" srcId="{42AD3291-BE15-4256-A258-029F3050051A}" destId="{68A982F0-BF0B-40B9-9604-D81BDEADF34F}" srcOrd="3" destOrd="0" parTransId="{2347DCF3-7BC6-4755-9D06-994ECB2B6E23}" sibTransId="{6BED16F3-D1BD-4876-8AAD-F31478D2ED5E}"/>
    <dgm:cxn modelId="{C290BDD2-EBB5-475F-99E8-66E42621C26C}" srcId="{42AD3291-BE15-4256-A258-029F3050051A}" destId="{2CAC7E04-18A9-42E6-A5BC-5441A9A1EF9F}" srcOrd="4" destOrd="0" parTransId="{F73BC438-196A-4D88-B365-39D33DE414DA}" sibTransId="{3E935633-B2BB-48BF-8068-C85CE70E4E40}"/>
    <dgm:cxn modelId="{4916A3D3-F322-4D1E-930C-A8FC5A9BB3B6}" srcId="{42AD3291-BE15-4256-A258-029F3050051A}" destId="{B810984B-25E1-4601-A470-44DAFBECDF19}" srcOrd="1" destOrd="0" parTransId="{AA565961-2BD8-4637-9786-757835AC1C6D}" sibTransId="{5E52E1B7-E6AA-4947-B1B4-BFD06B1ADF27}"/>
    <dgm:cxn modelId="{534BE6F7-C860-4A40-B42F-209BF03CBBDB}" type="presOf" srcId="{672DC454-87C6-4A4C-9855-CCF0F91720C8}" destId="{3B35F8C8-DB06-4081-9DB3-DA5E2D88655C}" srcOrd="1" destOrd="0" presId="urn:microsoft.com/office/officeart/2016/7/layout/RepeatingBendingProcessNew"/>
    <dgm:cxn modelId="{2F8DF31A-F50A-40E4-907E-C77D4BED3959}" type="presParOf" srcId="{3EC4AC25-AA74-4FEF-9461-0820F94995E1}" destId="{DDD412F9-7286-4215-BE98-AFBF81B97A90}" srcOrd="0" destOrd="0" presId="urn:microsoft.com/office/officeart/2016/7/layout/RepeatingBendingProcessNew"/>
    <dgm:cxn modelId="{6781F8BD-FA0E-4157-8046-71D1B6E16014}" type="presParOf" srcId="{3EC4AC25-AA74-4FEF-9461-0820F94995E1}" destId="{95E75796-1E5D-4080-B39D-DB0BABE4C2E2}" srcOrd="1" destOrd="0" presId="urn:microsoft.com/office/officeart/2016/7/layout/RepeatingBendingProcessNew"/>
    <dgm:cxn modelId="{68DA06CC-A07D-4E6A-BDCB-D3E970D51914}" type="presParOf" srcId="{95E75796-1E5D-4080-B39D-DB0BABE4C2E2}" destId="{AE7A0AE6-3D75-4874-B2F5-157AD403E512}" srcOrd="0" destOrd="0" presId="urn:microsoft.com/office/officeart/2016/7/layout/RepeatingBendingProcessNew"/>
    <dgm:cxn modelId="{15932411-3B13-4E30-BFA4-44EB0C654CC2}" type="presParOf" srcId="{3EC4AC25-AA74-4FEF-9461-0820F94995E1}" destId="{B96310B5-8D1C-4880-810B-824052D02D4A}" srcOrd="2" destOrd="0" presId="urn:microsoft.com/office/officeart/2016/7/layout/RepeatingBendingProcessNew"/>
    <dgm:cxn modelId="{6C65FCFA-B037-4C9C-97CD-9BE458AE153D}" type="presParOf" srcId="{3EC4AC25-AA74-4FEF-9461-0820F94995E1}" destId="{BDA7CB44-202D-4261-9C14-9879AC73D599}" srcOrd="3" destOrd="0" presId="urn:microsoft.com/office/officeart/2016/7/layout/RepeatingBendingProcessNew"/>
    <dgm:cxn modelId="{93D57CAD-D562-4105-98D5-ACBBEF3ECFD9}" type="presParOf" srcId="{BDA7CB44-202D-4261-9C14-9879AC73D599}" destId="{E5D8EB3C-FC2D-43DA-A2E9-494A50AF3C6A}" srcOrd="0" destOrd="0" presId="urn:microsoft.com/office/officeart/2016/7/layout/RepeatingBendingProcessNew"/>
    <dgm:cxn modelId="{2BDC7BEF-4558-423F-9048-F1604012081E}" type="presParOf" srcId="{3EC4AC25-AA74-4FEF-9461-0820F94995E1}" destId="{1D922E84-E587-4619-8A7C-265CA6218E1F}" srcOrd="4" destOrd="0" presId="urn:microsoft.com/office/officeart/2016/7/layout/RepeatingBendingProcessNew"/>
    <dgm:cxn modelId="{34B7C1C2-BC07-404F-BE99-1955E30ED76A}" type="presParOf" srcId="{3EC4AC25-AA74-4FEF-9461-0820F94995E1}" destId="{C5760D10-347F-4D58-AE44-09280B3B88EC}" srcOrd="5" destOrd="0" presId="urn:microsoft.com/office/officeart/2016/7/layout/RepeatingBendingProcessNew"/>
    <dgm:cxn modelId="{45AF52BF-EAFE-4177-BF5F-CD9B536A18B3}" type="presParOf" srcId="{C5760D10-347F-4D58-AE44-09280B3B88EC}" destId="{3B35F8C8-DB06-4081-9DB3-DA5E2D88655C}" srcOrd="0" destOrd="0" presId="urn:microsoft.com/office/officeart/2016/7/layout/RepeatingBendingProcessNew"/>
    <dgm:cxn modelId="{09426673-FB22-441D-9D7F-2C6A67764945}" type="presParOf" srcId="{3EC4AC25-AA74-4FEF-9461-0820F94995E1}" destId="{1BD08D47-FE3B-40C2-A796-FF62ABDCE792}" srcOrd="6" destOrd="0" presId="urn:microsoft.com/office/officeart/2016/7/layout/RepeatingBendingProcessNew"/>
    <dgm:cxn modelId="{086A7798-B6ED-4A1B-848F-EF8D57E1C8AE}" type="presParOf" srcId="{3EC4AC25-AA74-4FEF-9461-0820F94995E1}" destId="{0FF759C2-4624-4883-AB95-191436D97350}" srcOrd="7" destOrd="0" presId="urn:microsoft.com/office/officeart/2016/7/layout/RepeatingBendingProcessNew"/>
    <dgm:cxn modelId="{7A2A87FF-27F3-423A-83AA-D103D65FDE69}" type="presParOf" srcId="{0FF759C2-4624-4883-AB95-191436D97350}" destId="{CEC3D2E0-55D5-4782-9EF0-3DA84CF6E01C}" srcOrd="0" destOrd="0" presId="urn:microsoft.com/office/officeart/2016/7/layout/RepeatingBendingProcessNew"/>
    <dgm:cxn modelId="{D0CAC259-8D7E-4CB1-AC5D-C3A1F24E61C3}" type="presParOf" srcId="{3EC4AC25-AA74-4FEF-9461-0820F94995E1}" destId="{4F0F73D6-6BD6-44F9-8FA6-F5A7EEAE17D5}" srcOrd="8" destOrd="0" presId="urn:microsoft.com/office/officeart/2016/7/layout/RepeatingBendingProcessNew"/>
    <dgm:cxn modelId="{F432935E-B168-4235-A159-450F6F0FA47D}" type="presParOf" srcId="{3EC4AC25-AA74-4FEF-9461-0820F94995E1}" destId="{6F7E4F71-5A7D-44A7-9698-997778A78E5B}" srcOrd="9" destOrd="0" presId="urn:microsoft.com/office/officeart/2016/7/layout/RepeatingBendingProcessNew"/>
    <dgm:cxn modelId="{D5AA3010-DE28-4F76-BC1C-DC25A4CFC5B2}" type="presParOf" srcId="{6F7E4F71-5A7D-44A7-9698-997778A78E5B}" destId="{8AC63F0E-FE66-4148-B622-A088E6745472}" srcOrd="0" destOrd="0" presId="urn:microsoft.com/office/officeart/2016/7/layout/RepeatingBendingProcessNew"/>
    <dgm:cxn modelId="{114A0449-2273-4561-B621-C6402890BC61}" type="presParOf" srcId="{3EC4AC25-AA74-4FEF-9461-0820F94995E1}" destId="{C0875ADE-3BF8-4AC6-8485-2CC2064F1045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4319780-4965-46AC-923D-2299F5FBDDC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3F97D523-ED0A-4B29-B3BE-8455D87BB92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Taking Data SEER &amp; PNID.IO online tool Training. </a:t>
          </a:r>
        </a:p>
      </dgm:t>
    </dgm:pt>
    <dgm:pt modelId="{69873CF5-F59D-454E-A263-35EF62D283DF}" type="parTrans" cxnId="{FB9A2D6D-D5E8-428D-ACC8-395B536C59BA}">
      <dgm:prSet/>
      <dgm:spPr/>
      <dgm:t>
        <a:bodyPr/>
        <a:lstStyle/>
        <a:p>
          <a:endParaRPr lang="en-US"/>
        </a:p>
      </dgm:t>
    </dgm:pt>
    <dgm:pt modelId="{E90E835A-5C60-41D7-A9C8-7B83384786F2}" type="sibTrans" cxnId="{FB9A2D6D-D5E8-428D-ACC8-395B536C59BA}">
      <dgm:prSet/>
      <dgm:spPr/>
      <dgm:t>
        <a:bodyPr/>
        <a:lstStyle/>
        <a:p>
          <a:endParaRPr lang="en-US"/>
        </a:p>
      </dgm:t>
    </dgm:pt>
    <dgm:pt modelId="{16666835-FA19-47BC-8E80-95D2F1315A2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Learn and Fixed the OCR Errors. </a:t>
          </a:r>
        </a:p>
      </dgm:t>
    </dgm:pt>
    <dgm:pt modelId="{B1B81DEA-B86F-4A86-A3BF-750151FF0558}" type="parTrans" cxnId="{F4D8D5D4-8D19-4323-8770-3FE97FD50209}">
      <dgm:prSet/>
      <dgm:spPr/>
      <dgm:t>
        <a:bodyPr/>
        <a:lstStyle/>
        <a:p>
          <a:endParaRPr lang="en-US"/>
        </a:p>
      </dgm:t>
    </dgm:pt>
    <dgm:pt modelId="{20267365-5432-40B8-B2A3-268D6F924F79}" type="sibTrans" cxnId="{F4D8D5D4-8D19-4323-8770-3FE97FD50209}">
      <dgm:prSet/>
      <dgm:spPr/>
      <dgm:t>
        <a:bodyPr/>
        <a:lstStyle/>
        <a:p>
          <a:endParaRPr lang="en-US"/>
        </a:p>
      </dgm:t>
    </dgm:pt>
    <dgm:pt modelId="{7FB28E22-388B-462B-9A9E-8ADEF13D23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Taking information regarding how to detect the Process &amp; Instrumentation lines. </a:t>
          </a:r>
        </a:p>
      </dgm:t>
    </dgm:pt>
    <dgm:pt modelId="{E0500749-3035-4BBE-B6F7-60761FCC7589}" type="parTrans" cxnId="{6BD185E1-07A0-4071-B693-8A1CAA9FD30B}">
      <dgm:prSet/>
      <dgm:spPr/>
      <dgm:t>
        <a:bodyPr/>
        <a:lstStyle/>
        <a:p>
          <a:endParaRPr lang="en-US"/>
        </a:p>
      </dgm:t>
    </dgm:pt>
    <dgm:pt modelId="{09C44837-0273-4CDD-B9FB-63CC40954B87}" type="sibTrans" cxnId="{6BD185E1-07A0-4071-B693-8A1CAA9FD30B}">
      <dgm:prSet/>
      <dgm:spPr/>
      <dgm:t>
        <a:bodyPr/>
        <a:lstStyle/>
        <a:p>
          <a:endParaRPr lang="en-US"/>
        </a:p>
      </dgm:t>
    </dgm:pt>
    <dgm:pt modelId="{A561082E-9DAA-4FA6-A437-E4818B5ED0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Reading Reformation research paper &amp; Prepare the Presentation. </a:t>
          </a:r>
        </a:p>
      </dgm:t>
    </dgm:pt>
    <dgm:pt modelId="{F7498FB0-4EE6-4328-93EC-9D299F4C01B9}" type="parTrans" cxnId="{87250CE2-4DDC-470F-A2B4-AC1DD5CD0B53}">
      <dgm:prSet/>
      <dgm:spPr/>
      <dgm:t>
        <a:bodyPr/>
        <a:lstStyle/>
        <a:p>
          <a:endParaRPr lang="en-US"/>
        </a:p>
      </dgm:t>
    </dgm:pt>
    <dgm:pt modelId="{AB6D913D-7529-448E-A7B4-70F3B9F3D53B}" type="sibTrans" cxnId="{87250CE2-4DDC-470F-A2B4-AC1DD5CD0B53}">
      <dgm:prSet/>
      <dgm:spPr/>
      <dgm:t>
        <a:bodyPr/>
        <a:lstStyle/>
        <a:p>
          <a:endParaRPr lang="en-US"/>
        </a:p>
      </dgm:t>
    </dgm:pt>
    <dgm:pt modelId="{B7350D84-9FD3-460F-90B9-250A8F8C4AA9}" type="pres">
      <dgm:prSet presAssocID="{E4319780-4965-46AC-923D-2299F5FBDDCC}" presName="root" presStyleCnt="0">
        <dgm:presLayoutVars>
          <dgm:dir/>
          <dgm:resizeHandles val="exact"/>
        </dgm:presLayoutVars>
      </dgm:prSet>
      <dgm:spPr/>
    </dgm:pt>
    <dgm:pt modelId="{7A77416B-A4AD-4AF9-9C5C-B89A983E075A}" type="pres">
      <dgm:prSet presAssocID="{3F97D523-ED0A-4B29-B3BE-8455D87BB926}" presName="compNode" presStyleCnt="0"/>
      <dgm:spPr/>
    </dgm:pt>
    <dgm:pt modelId="{78012A36-45D3-4A3C-9B6A-043BED51D349}" type="pres">
      <dgm:prSet presAssocID="{3F97D523-ED0A-4B29-B3BE-8455D87BB92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ng Tools"/>
        </a:ext>
      </dgm:extLst>
    </dgm:pt>
    <dgm:pt modelId="{47F02308-7E90-4C28-B8F2-A29F1656E6AB}" type="pres">
      <dgm:prSet presAssocID="{3F97D523-ED0A-4B29-B3BE-8455D87BB926}" presName="spaceRect" presStyleCnt="0"/>
      <dgm:spPr/>
    </dgm:pt>
    <dgm:pt modelId="{157DF401-C66B-4154-A393-816445C66F22}" type="pres">
      <dgm:prSet presAssocID="{3F97D523-ED0A-4B29-B3BE-8455D87BB926}" presName="textRect" presStyleLbl="revTx" presStyleIdx="0" presStyleCnt="4">
        <dgm:presLayoutVars>
          <dgm:chMax val="1"/>
          <dgm:chPref val="1"/>
        </dgm:presLayoutVars>
      </dgm:prSet>
      <dgm:spPr/>
    </dgm:pt>
    <dgm:pt modelId="{84D1EA50-B54F-4E29-B0D1-01F86F7BF475}" type="pres">
      <dgm:prSet presAssocID="{E90E835A-5C60-41D7-A9C8-7B83384786F2}" presName="sibTrans" presStyleCnt="0"/>
      <dgm:spPr/>
    </dgm:pt>
    <dgm:pt modelId="{627623AB-1384-4E91-8C32-7AC6FDE24D86}" type="pres">
      <dgm:prSet presAssocID="{16666835-FA19-47BC-8E80-95D2F1315A2C}" presName="compNode" presStyleCnt="0"/>
      <dgm:spPr/>
    </dgm:pt>
    <dgm:pt modelId="{6D6E7C41-9AF2-4A8C-AFBC-05AADC068CB0}" type="pres">
      <dgm:prSet presAssocID="{16666835-FA19-47BC-8E80-95D2F1315A2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C7AF79E1-CE98-4527-8196-78472BE11B30}" type="pres">
      <dgm:prSet presAssocID="{16666835-FA19-47BC-8E80-95D2F1315A2C}" presName="spaceRect" presStyleCnt="0"/>
      <dgm:spPr/>
    </dgm:pt>
    <dgm:pt modelId="{DFA523A8-C5D2-468D-A186-FF9164AD0F4C}" type="pres">
      <dgm:prSet presAssocID="{16666835-FA19-47BC-8E80-95D2F1315A2C}" presName="textRect" presStyleLbl="revTx" presStyleIdx="1" presStyleCnt="4">
        <dgm:presLayoutVars>
          <dgm:chMax val="1"/>
          <dgm:chPref val="1"/>
        </dgm:presLayoutVars>
      </dgm:prSet>
      <dgm:spPr/>
    </dgm:pt>
    <dgm:pt modelId="{9F152FC9-B992-476D-BCA7-09C0D0B7C8AB}" type="pres">
      <dgm:prSet presAssocID="{20267365-5432-40B8-B2A3-268D6F924F79}" presName="sibTrans" presStyleCnt="0"/>
      <dgm:spPr/>
    </dgm:pt>
    <dgm:pt modelId="{F004C7D4-6A3B-4288-9200-85CBCD0966B7}" type="pres">
      <dgm:prSet presAssocID="{7FB28E22-388B-462B-9A9E-8ADEF13D2325}" presName="compNode" presStyleCnt="0"/>
      <dgm:spPr/>
    </dgm:pt>
    <dgm:pt modelId="{7C6A8065-411D-46B9-AD7B-FF2E0A12762C}" type="pres">
      <dgm:prSet presAssocID="{7FB28E22-388B-462B-9A9E-8ADEF13D232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1C7C6424-FB23-4232-9201-20792FC24D70}" type="pres">
      <dgm:prSet presAssocID="{7FB28E22-388B-462B-9A9E-8ADEF13D2325}" presName="spaceRect" presStyleCnt="0"/>
      <dgm:spPr/>
    </dgm:pt>
    <dgm:pt modelId="{D07D8A72-4AB8-46B1-9DD7-EC8D005DE5F1}" type="pres">
      <dgm:prSet presAssocID="{7FB28E22-388B-462B-9A9E-8ADEF13D2325}" presName="textRect" presStyleLbl="revTx" presStyleIdx="2" presStyleCnt="4">
        <dgm:presLayoutVars>
          <dgm:chMax val="1"/>
          <dgm:chPref val="1"/>
        </dgm:presLayoutVars>
      </dgm:prSet>
      <dgm:spPr/>
    </dgm:pt>
    <dgm:pt modelId="{6DA411BB-F7B6-4C1D-B22A-CC4036241C27}" type="pres">
      <dgm:prSet presAssocID="{09C44837-0273-4CDD-B9FB-63CC40954B87}" presName="sibTrans" presStyleCnt="0"/>
      <dgm:spPr/>
    </dgm:pt>
    <dgm:pt modelId="{AE7F1985-B7B5-4866-8974-7679E1B8B748}" type="pres">
      <dgm:prSet presAssocID="{A561082E-9DAA-4FA6-A437-E4818B5ED021}" presName="compNode" presStyleCnt="0"/>
      <dgm:spPr/>
    </dgm:pt>
    <dgm:pt modelId="{BEC02568-510A-412F-AF3D-9818EDF479E0}" type="pres">
      <dgm:prSet presAssocID="{A561082E-9DAA-4FA6-A437-E4818B5ED02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F41925D5-E30D-4FD3-8092-F08184180E67}" type="pres">
      <dgm:prSet presAssocID="{A561082E-9DAA-4FA6-A437-E4818B5ED021}" presName="spaceRect" presStyleCnt="0"/>
      <dgm:spPr/>
    </dgm:pt>
    <dgm:pt modelId="{0B2C888D-1A02-4801-A122-B91A2264EAB3}" type="pres">
      <dgm:prSet presAssocID="{A561082E-9DAA-4FA6-A437-E4818B5ED02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01D5D40-F89C-4428-A667-43DC5041E211}" type="presOf" srcId="{E4319780-4965-46AC-923D-2299F5FBDDCC}" destId="{B7350D84-9FD3-460F-90B9-250A8F8C4AA9}" srcOrd="0" destOrd="0" presId="urn:microsoft.com/office/officeart/2018/2/layout/IconLabelList"/>
    <dgm:cxn modelId="{4DE40B47-9D4E-4F97-8499-4A1E0933276B}" type="presOf" srcId="{16666835-FA19-47BC-8E80-95D2F1315A2C}" destId="{DFA523A8-C5D2-468D-A186-FF9164AD0F4C}" srcOrd="0" destOrd="0" presId="urn:microsoft.com/office/officeart/2018/2/layout/IconLabelList"/>
    <dgm:cxn modelId="{FB9A2D6D-D5E8-428D-ACC8-395B536C59BA}" srcId="{E4319780-4965-46AC-923D-2299F5FBDDCC}" destId="{3F97D523-ED0A-4B29-B3BE-8455D87BB926}" srcOrd="0" destOrd="0" parTransId="{69873CF5-F59D-454E-A263-35EF62D283DF}" sibTransId="{E90E835A-5C60-41D7-A9C8-7B83384786F2}"/>
    <dgm:cxn modelId="{A08CB977-082C-40FB-9D0D-460BEAF640CE}" type="presOf" srcId="{A561082E-9DAA-4FA6-A437-E4818B5ED021}" destId="{0B2C888D-1A02-4801-A122-B91A2264EAB3}" srcOrd="0" destOrd="0" presId="urn:microsoft.com/office/officeart/2018/2/layout/IconLabelList"/>
    <dgm:cxn modelId="{45FED8CB-9A03-47E1-B35C-8946B25A580F}" type="presOf" srcId="{3F97D523-ED0A-4B29-B3BE-8455D87BB926}" destId="{157DF401-C66B-4154-A393-816445C66F22}" srcOrd="0" destOrd="0" presId="urn:microsoft.com/office/officeart/2018/2/layout/IconLabelList"/>
    <dgm:cxn modelId="{18B628D3-C941-435D-8F23-7D176C88D2BF}" type="presOf" srcId="{7FB28E22-388B-462B-9A9E-8ADEF13D2325}" destId="{D07D8A72-4AB8-46B1-9DD7-EC8D005DE5F1}" srcOrd="0" destOrd="0" presId="urn:microsoft.com/office/officeart/2018/2/layout/IconLabelList"/>
    <dgm:cxn modelId="{F4D8D5D4-8D19-4323-8770-3FE97FD50209}" srcId="{E4319780-4965-46AC-923D-2299F5FBDDCC}" destId="{16666835-FA19-47BC-8E80-95D2F1315A2C}" srcOrd="1" destOrd="0" parTransId="{B1B81DEA-B86F-4A86-A3BF-750151FF0558}" sibTransId="{20267365-5432-40B8-B2A3-268D6F924F79}"/>
    <dgm:cxn modelId="{6BD185E1-07A0-4071-B693-8A1CAA9FD30B}" srcId="{E4319780-4965-46AC-923D-2299F5FBDDCC}" destId="{7FB28E22-388B-462B-9A9E-8ADEF13D2325}" srcOrd="2" destOrd="0" parTransId="{E0500749-3035-4BBE-B6F7-60761FCC7589}" sibTransId="{09C44837-0273-4CDD-B9FB-63CC40954B87}"/>
    <dgm:cxn modelId="{87250CE2-4DDC-470F-A2B4-AC1DD5CD0B53}" srcId="{E4319780-4965-46AC-923D-2299F5FBDDCC}" destId="{A561082E-9DAA-4FA6-A437-E4818B5ED021}" srcOrd="3" destOrd="0" parTransId="{F7498FB0-4EE6-4328-93EC-9D299F4C01B9}" sibTransId="{AB6D913D-7529-448E-A7B4-70F3B9F3D53B}"/>
    <dgm:cxn modelId="{CF940D60-55E5-477D-9328-EF9B41D8DA2F}" type="presParOf" srcId="{B7350D84-9FD3-460F-90B9-250A8F8C4AA9}" destId="{7A77416B-A4AD-4AF9-9C5C-B89A983E075A}" srcOrd="0" destOrd="0" presId="urn:microsoft.com/office/officeart/2018/2/layout/IconLabelList"/>
    <dgm:cxn modelId="{72D4E01A-EF0F-4909-B703-2F0C833D444F}" type="presParOf" srcId="{7A77416B-A4AD-4AF9-9C5C-B89A983E075A}" destId="{78012A36-45D3-4A3C-9B6A-043BED51D349}" srcOrd="0" destOrd="0" presId="urn:microsoft.com/office/officeart/2018/2/layout/IconLabelList"/>
    <dgm:cxn modelId="{7630F834-D79D-4C90-9F9C-A74941EA9E9D}" type="presParOf" srcId="{7A77416B-A4AD-4AF9-9C5C-B89A983E075A}" destId="{47F02308-7E90-4C28-B8F2-A29F1656E6AB}" srcOrd="1" destOrd="0" presId="urn:microsoft.com/office/officeart/2018/2/layout/IconLabelList"/>
    <dgm:cxn modelId="{15AE0CBB-992F-42DF-9D86-05CEC5DF5C43}" type="presParOf" srcId="{7A77416B-A4AD-4AF9-9C5C-B89A983E075A}" destId="{157DF401-C66B-4154-A393-816445C66F22}" srcOrd="2" destOrd="0" presId="urn:microsoft.com/office/officeart/2018/2/layout/IconLabelList"/>
    <dgm:cxn modelId="{64D73A5A-9C62-480C-8FB6-DE48695C41EF}" type="presParOf" srcId="{B7350D84-9FD3-460F-90B9-250A8F8C4AA9}" destId="{84D1EA50-B54F-4E29-B0D1-01F86F7BF475}" srcOrd="1" destOrd="0" presId="urn:microsoft.com/office/officeart/2018/2/layout/IconLabelList"/>
    <dgm:cxn modelId="{05C69DD5-3A68-4E44-A9F9-940FA691C9DE}" type="presParOf" srcId="{B7350D84-9FD3-460F-90B9-250A8F8C4AA9}" destId="{627623AB-1384-4E91-8C32-7AC6FDE24D86}" srcOrd="2" destOrd="0" presId="urn:microsoft.com/office/officeart/2018/2/layout/IconLabelList"/>
    <dgm:cxn modelId="{58EB4B22-A28A-49D1-B422-57EC30E88FEA}" type="presParOf" srcId="{627623AB-1384-4E91-8C32-7AC6FDE24D86}" destId="{6D6E7C41-9AF2-4A8C-AFBC-05AADC068CB0}" srcOrd="0" destOrd="0" presId="urn:microsoft.com/office/officeart/2018/2/layout/IconLabelList"/>
    <dgm:cxn modelId="{38FB1F37-34A0-4A56-A5CC-DF63C1CD3622}" type="presParOf" srcId="{627623AB-1384-4E91-8C32-7AC6FDE24D86}" destId="{C7AF79E1-CE98-4527-8196-78472BE11B30}" srcOrd="1" destOrd="0" presId="urn:microsoft.com/office/officeart/2018/2/layout/IconLabelList"/>
    <dgm:cxn modelId="{B10D60C6-CFA1-46A9-BF05-E36504ABCD27}" type="presParOf" srcId="{627623AB-1384-4E91-8C32-7AC6FDE24D86}" destId="{DFA523A8-C5D2-468D-A186-FF9164AD0F4C}" srcOrd="2" destOrd="0" presId="urn:microsoft.com/office/officeart/2018/2/layout/IconLabelList"/>
    <dgm:cxn modelId="{E517E6C2-8EC3-45FC-ADE7-EFBCBCE7DA85}" type="presParOf" srcId="{B7350D84-9FD3-460F-90B9-250A8F8C4AA9}" destId="{9F152FC9-B992-476D-BCA7-09C0D0B7C8AB}" srcOrd="3" destOrd="0" presId="urn:microsoft.com/office/officeart/2018/2/layout/IconLabelList"/>
    <dgm:cxn modelId="{93436019-E19F-468A-83C3-950B1479D6D5}" type="presParOf" srcId="{B7350D84-9FD3-460F-90B9-250A8F8C4AA9}" destId="{F004C7D4-6A3B-4288-9200-85CBCD0966B7}" srcOrd="4" destOrd="0" presId="urn:microsoft.com/office/officeart/2018/2/layout/IconLabelList"/>
    <dgm:cxn modelId="{651BD007-8A62-44F3-A20F-73E87795CDD1}" type="presParOf" srcId="{F004C7D4-6A3B-4288-9200-85CBCD0966B7}" destId="{7C6A8065-411D-46B9-AD7B-FF2E0A12762C}" srcOrd="0" destOrd="0" presId="urn:microsoft.com/office/officeart/2018/2/layout/IconLabelList"/>
    <dgm:cxn modelId="{8D8631F5-EDDB-4054-9E7E-F1E8B03FAA43}" type="presParOf" srcId="{F004C7D4-6A3B-4288-9200-85CBCD0966B7}" destId="{1C7C6424-FB23-4232-9201-20792FC24D70}" srcOrd="1" destOrd="0" presId="urn:microsoft.com/office/officeart/2018/2/layout/IconLabelList"/>
    <dgm:cxn modelId="{E908D509-C5DF-436B-8354-0DBFF348ADCA}" type="presParOf" srcId="{F004C7D4-6A3B-4288-9200-85CBCD0966B7}" destId="{D07D8A72-4AB8-46B1-9DD7-EC8D005DE5F1}" srcOrd="2" destOrd="0" presId="urn:microsoft.com/office/officeart/2018/2/layout/IconLabelList"/>
    <dgm:cxn modelId="{F2A32CC3-5085-41F3-B701-0C1730016CFE}" type="presParOf" srcId="{B7350D84-9FD3-460F-90B9-250A8F8C4AA9}" destId="{6DA411BB-F7B6-4C1D-B22A-CC4036241C27}" srcOrd="5" destOrd="0" presId="urn:microsoft.com/office/officeart/2018/2/layout/IconLabelList"/>
    <dgm:cxn modelId="{29071CCD-0D50-4009-B79C-CF39E6F356CC}" type="presParOf" srcId="{B7350D84-9FD3-460F-90B9-250A8F8C4AA9}" destId="{AE7F1985-B7B5-4866-8974-7679E1B8B748}" srcOrd="6" destOrd="0" presId="urn:microsoft.com/office/officeart/2018/2/layout/IconLabelList"/>
    <dgm:cxn modelId="{339EE577-59BF-45D2-8F98-7550E5AF0E42}" type="presParOf" srcId="{AE7F1985-B7B5-4866-8974-7679E1B8B748}" destId="{BEC02568-510A-412F-AF3D-9818EDF479E0}" srcOrd="0" destOrd="0" presId="urn:microsoft.com/office/officeart/2018/2/layout/IconLabelList"/>
    <dgm:cxn modelId="{11A1CF46-802C-4883-B3B5-3018DFBAB332}" type="presParOf" srcId="{AE7F1985-B7B5-4866-8974-7679E1B8B748}" destId="{F41925D5-E30D-4FD3-8092-F08184180E67}" srcOrd="1" destOrd="0" presId="urn:microsoft.com/office/officeart/2018/2/layout/IconLabelList"/>
    <dgm:cxn modelId="{D7E53DC8-0DDB-462E-AC8A-1476BE8922C9}" type="presParOf" srcId="{AE7F1985-B7B5-4866-8974-7679E1B8B748}" destId="{0B2C888D-1A02-4801-A122-B91A2264EAB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311F6F9-A0F8-4A9F-9584-D0DA6CF2E0D8}" type="doc">
      <dgm:prSet loTypeId="urn:microsoft.com/office/officeart/2008/layout/LinedList" loCatId="list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065BFFC-412D-4D8F-ABF5-45779AACA06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Provide the Process data as per the model requirements. </a:t>
          </a:r>
        </a:p>
      </dgm:t>
    </dgm:pt>
    <dgm:pt modelId="{C8D3FFC0-526C-44DC-B1B4-2199C4097010}" type="parTrans" cxnId="{D4F47ED3-682D-4B3F-A9DE-6715D20F06F8}">
      <dgm:prSet/>
      <dgm:spPr/>
      <dgm:t>
        <a:bodyPr/>
        <a:lstStyle/>
        <a:p>
          <a:endParaRPr lang="en-US"/>
        </a:p>
      </dgm:t>
    </dgm:pt>
    <dgm:pt modelId="{4222F580-4641-497D-B53D-467C432A9975}" type="sibTrans" cxnId="{D4F47ED3-682D-4B3F-A9DE-6715D20F06F8}">
      <dgm:prSet/>
      <dgm:spPr/>
      <dgm:t>
        <a:bodyPr/>
        <a:lstStyle/>
        <a:p>
          <a:endParaRPr lang="en-US"/>
        </a:p>
      </dgm:t>
    </dgm:pt>
    <dgm:pt modelId="{494E4273-3ABC-4B06-83C7-3837D7CC3F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Prepare folder structure and send to developer as per requirements. </a:t>
          </a:r>
        </a:p>
      </dgm:t>
    </dgm:pt>
    <dgm:pt modelId="{DE14854A-48ED-403B-A0D8-B5F58BA5E2D4}" type="parTrans" cxnId="{DEB4FE7A-07D0-4556-B0FC-654CF7097575}">
      <dgm:prSet/>
      <dgm:spPr/>
      <dgm:t>
        <a:bodyPr/>
        <a:lstStyle/>
        <a:p>
          <a:endParaRPr lang="en-US"/>
        </a:p>
      </dgm:t>
    </dgm:pt>
    <dgm:pt modelId="{0F9D9998-D6A3-4C43-864D-7FC4112A2252}" type="sibTrans" cxnId="{DEB4FE7A-07D0-4556-B0FC-654CF7097575}">
      <dgm:prSet/>
      <dgm:spPr/>
      <dgm:t>
        <a:bodyPr/>
        <a:lstStyle/>
        <a:p>
          <a:endParaRPr lang="en-US"/>
        </a:p>
      </dgm:t>
    </dgm:pt>
    <dgm:pt modelId="{B6977005-1FA3-470D-BAD5-B2305E1F7BD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Creating Error in P&amp;IDs for Trial run. </a:t>
          </a:r>
        </a:p>
      </dgm:t>
    </dgm:pt>
    <dgm:pt modelId="{556E60DF-547D-4893-83EE-89C53E8C6F25}" type="parTrans" cxnId="{675802DA-3EF3-447A-8FDB-8BDCF6F588FD}">
      <dgm:prSet/>
      <dgm:spPr/>
      <dgm:t>
        <a:bodyPr/>
        <a:lstStyle/>
        <a:p>
          <a:endParaRPr lang="en-US"/>
        </a:p>
      </dgm:t>
    </dgm:pt>
    <dgm:pt modelId="{97259D82-2D5D-4629-8B6C-B2DE7CFA0AC5}" type="sibTrans" cxnId="{675802DA-3EF3-447A-8FDB-8BDCF6F588FD}">
      <dgm:prSet/>
      <dgm:spPr/>
      <dgm:t>
        <a:bodyPr/>
        <a:lstStyle/>
        <a:p>
          <a:endParaRPr lang="en-US"/>
        </a:p>
      </dgm:t>
    </dgm:pt>
    <dgm:pt modelId="{716A0E58-5241-4520-A7F8-A92A6C5273D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Checking the EDRS output.</a:t>
          </a:r>
        </a:p>
      </dgm:t>
    </dgm:pt>
    <dgm:pt modelId="{F52F8CAD-D602-4460-9F8E-A1D41154CB97}" type="parTrans" cxnId="{B911E535-6DD4-4B0F-AE22-75A67BB89DA3}">
      <dgm:prSet/>
      <dgm:spPr/>
      <dgm:t>
        <a:bodyPr/>
        <a:lstStyle/>
        <a:p>
          <a:endParaRPr lang="en-US"/>
        </a:p>
      </dgm:t>
    </dgm:pt>
    <dgm:pt modelId="{D456A2C8-149F-48A7-8568-2F0B3DD027C1}" type="sibTrans" cxnId="{B911E535-6DD4-4B0F-AE22-75A67BB89DA3}">
      <dgm:prSet/>
      <dgm:spPr/>
      <dgm:t>
        <a:bodyPr/>
        <a:lstStyle/>
        <a:p>
          <a:endParaRPr lang="en-US"/>
        </a:p>
      </dgm:t>
    </dgm:pt>
    <dgm:pt modelId="{F531EB58-D4BA-4F25-B92F-2F7A57849E0E}" type="pres">
      <dgm:prSet presAssocID="{0311F6F9-A0F8-4A9F-9584-D0DA6CF2E0D8}" presName="vert0" presStyleCnt="0">
        <dgm:presLayoutVars>
          <dgm:dir/>
          <dgm:animOne val="branch"/>
          <dgm:animLvl val="lvl"/>
        </dgm:presLayoutVars>
      </dgm:prSet>
      <dgm:spPr/>
    </dgm:pt>
    <dgm:pt modelId="{8F2A87CE-BE94-4660-A285-7ED7ABD88FAC}" type="pres">
      <dgm:prSet presAssocID="{E065BFFC-412D-4D8F-ABF5-45779AACA06F}" presName="thickLine" presStyleLbl="alignNode1" presStyleIdx="0" presStyleCnt="4"/>
      <dgm:spPr/>
    </dgm:pt>
    <dgm:pt modelId="{A0D55200-C044-4903-B882-82C9BEC7CDEA}" type="pres">
      <dgm:prSet presAssocID="{E065BFFC-412D-4D8F-ABF5-45779AACA06F}" presName="horz1" presStyleCnt="0"/>
      <dgm:spPr/>
    </dgm:pt>
    <dgm:pt modelId="{DD9C42A8-8C71-470B-967A-4C323BBD3747}" type="pres">
      <dgm:prSet presAssocID="{E065BFFC-412D-4D8F-ABF5-45779AACA06F}" presName="tx1" presStyleLbl="revTx" presStyleIdx="0" presStyleCnt="4"/>
      <dgm:spPr/>
    </dgm:pt>
    <dgm:pt modelId="{5E30BEC4-D7DB-4B98-A1F3-963CFA880051}" type="pres">
      <dgm:prSet presAssocID="{E065BFFC-412D-4D8F-ABF5-45779AACA06F}" presName="vert1" presStyleCnt="0"/>
      <dgm:spPr/>
    </dgm:pt>
    <dgm:pt modelId="{C4D3CF9A-8446-49AB-9516-F2DA3B7B37D8}" type="pres">
      <dgm:prSet presAssocID="{494E4273-3ABC-4B06-83C7-3837D7CC3F56}" presName="thickLine" presStyleLbl="alignNode1" presStyleIdx="1" presStyleCnt="4"/>
      <dgm:spPr/>
    </dgm:pt>
    <dgm:pt modelId="{94BDCA8A-1C3B-44A7-A04F-991D4F8AE0E3}" type="pres">
      <dgm:prSet presAssocID="{494E4273-3ABC-4B06-83C7-3837D7CC3F56}" presName="horz1" presStyleCnt="0"/>
      <dgm:spPr/>
    </dgm:pt>
    <dgm:pt modelId="{6ABFF0F9-87C9-42B6-8617-08DC02D81818}" type="pres">
      <dgm:prSet presAssocID="{494E4273-3ABC-4B06-83C7-3837D7CC3F56}" presName="tx1" presStyleLbl="revTx" presStyleIdx="1" presStyleCnt="4"/>
      <dgm:spPr/>
    </dgm:pt>
    <dgm:pt modelId="{83FF62A0-9147-4271-B66C-9AB1FD1B85B2}" type="pres">
      <dgm:prSet presAssocID="{494E4273-3ABC-4B06-83C7-3837D7CC3F56}" presName="vert1" presStyleCnt="0"/>
      <dgm:spPr/>
    </dgm:pt>
    <dgm:pt modelId="{39912ABF-31F2-4810-A85F-D8273CAFCFAA}" type="pres">
      <dgm:prSet presAssocID="{B6977005-1FA3-470D-BAD5-B2305E1F7BD3}" presName="thickLine" presStyleLbl="alignNode1" presStyleIdx="2" presStyleCnt="4"/>
      <dgm:spPr/>
    </dgm:pt>
    <dgm:pt modelId="{EBE8FA68-4634-4ECB-875C-E2938F2B5E5A}" type="pres">
      <dgm:prSet presAssocID="{B6977005-1FA3-470D-BAD5-B2305E1F7BD3}" presName="horz1" presStyleCnt="0"/>
      <dgm:spPr/>
    </dgm:pt>
    <dgm:pt modelId="{DEEE3262-0C63-409F-99C0-DE4E4E374B3F}" type="pres">
      <dgm:prSet presAssocID="{B6977005-1FA3-470D-BAD5-B2305E1F7BD3}" presName="tx1" presStyleLbl="revTx" presStyleIdx="2" presStyleCnt="4"/>
      <dgm:spPr/>
    </dgm:pt>
    <dgm:pt modelId="{316FEFD3-9E6A-4B93-9ED1-12D484DC1DDF}" type="pres">
      <dgm:prSet presAssocID="{B6977005-1FA3-470D-BAD5-B2305E1F7BD3}" presName="vert1" presStyleCnt="0"/>
      <dgm:spPr/>
    </dgm:pt>
    <dgm:pt modelId="{A0A40E91-8458-4876-B2FA-D28998C2F13A}" type="pres">
      <dgm:prSet presAssocID="{716A0E58-5241-4520-A7F8-A92A6C5273D6}" presName="thickLine" presStyleLbl="alignNode1" presStyleIdx="3" presStyleCnt="4"/>
      <dgm:spPr/>
    </dgm:pt>
    <dgm:pt modelId="{BC26CF4C-7647-4CF7-91E0-360F5BD7DED7}" type="pres">
      <dgm:prSet presAssocID="{716A0E58-5241-4520-A7F8-A92A6C5273D6}" presName="horz1" presStyleCnt="0"/>
      <dgm:spPr/>
    </dgm:pt>
    <dgm:pt modelId="{DA3BCB2D-CC3C-4EB6-ACAF-35578F4F7841}" type="pres">
      <dgm:prSet presAssocID="{716A0E58-5241-4520-A7F8-A92A6C5273D6}" presName="tx1" presStyleLbl="revTx" presStyleIdx="3" presStyleCnt="4"/>
      <dgm:spPr/>
    </dgm:pt>
    <dgm:pt modelId="{C3012F97-05CB-4189-81EF-E17017F6BE72}" type="pres">
      <dgm:prSet presAssocID="{716A0E58-5241-4520-A7F8-A92A6C5273D6}" presName="vert1" presStyleCnt="0"/>
      <dgm:spPr/>
    </dgm:pt>
  </dgm:ptLst>
  <dgm:cxnLst>
    <dgm:cxn modelId="{B911E535-6DD4-4B0F-AE22-75A67BB89DA3}" srcId="{0311F6F9-A0F8-4A9F-9584-D0DA6CF2E0D8}" destId="{716A0E58-5241-4520-A7F8-A92A6C5273D6}" srcOrd="3" destOrd="0" parTransId="{F52F8CAD-D602-4460-9F8E-A1D41154CB97}" sibTransId="{D456A2C8-149F-48A7-8568-2F0B3DD027C1}"/>
    <dgm:cxn modelId="{C71E764E-5A3A-4AA7-A13F-1B9AFFC89FED}" type="presOf" srcId="{716A0E58-5241-4520-A7F8-A92A6C5273D6}" destId="{DA3BCB2D-CC3C-4EB6-ACAF-35578F4F7841}" srcOrd="0" destOrd="0" presId="urn:microsoft.com/office/officeart/2008/layout/LinedList"/>
    <dgm:cxn modelId="{DEB4FE7A-07D0-4556-B0FC-654CF7097575}" srcId="{0311F6F9-A0F8-4A9F-9584-D0DA6CF2E0D8}" destId="{494E4273-3ABC-4B06-83C7-3837D7CC3F56}" srcOrd="1" destOrd="0" parTransId="{DE14854A-48ED-403B-A0D8-B5F58BA5E2D4}" sibTransId="{0F9D9998-D6A3-4C43-864D-7FC4112A2252}"/>
    <dgm:cxn modelId="{75F18F7C-786B-4720-8BDE-EEEACBB2686F}" type="presOf" srcId="{494E4273-3ABC-4B06-83C7-3837D7CC3F56}" destId="{6ABFF0F9-87C9-42B6-8617-08DC02D81818}" srcOrd="0" destOrd="0" presId="urn:microsoft.com/office/officeart/2008/layout/LinedList"/>
    <dgm:cxn modelId="{A3B4A99C-4F60-4E3D-AB92-2CDA94465DAA}" type="presOf" srcId="{B6977005-1FA3-470D-BAD5-B2305E1F7BD3}" destId="{DEEE3262-0C63-409F-99C0-DE4E4E374B3F}" srcOrd="0" destOrd="0" presId="urn:microsoft.com/office/officeart/2008/layout/LinedList"/>
    <dgm:cxn modelId="{73D254C9-6315-4ED0-8165-8962E7220064}" type="presOf" srcId="{E065BFFC-412D-4D8F-ABF5-45779AACA06F}" destId="{DD9C42A8-8C71-470B-967A-4C323BBD3747}" srcOrd="0" destOrd="0" presId="urn:microsoft.com/office/officeart/2008/layout/LinedList"/>
    <dgm:cxn modelId="{D4F47ED3-682D-4B3F-A9DE-6715D20F06F8}" srcId="{0311F6F9-A0F8-4A9F-9584-D0DA6CF2E0D8}" destId="{E065BFFC-412D-4D8F-ABF5-45779AACA06F}" srcOrd="0" destOrd="0" parTransId="{C8D3FFC0-526C-44DC-B1B4-2199C4097010}" sibTransId="{4222F580-4641-497D-B53D-467C432A9975}"/>
    <dgm:cxn modelId="{675802DA-3EF3-447A-8FDB-8BDCF6F588FD}" srcId="{0311F6F9-A0F8-4A9F-9584-D0DA6CF2E0D8}" destId="{B6977005-1FA3-470D-BAD5-B2305E1F7BD3}" srcOrd="2" destOrd="0" parTransId="{556E60DF-547D-4893-83EE-89C53E8C6F25}" sibTransId="{97259D82-2D5D-4629-8B6C-B2DE7CFA0AC5}"/>
    <dgm:cxn modelId="{3B2BEFFB-6404-4043-A008-307C0EE73858}" type="presOf" srcId="{0311F6F9-A0F8-4A9F-9584-D0DA6CF2E0D8}" destId="{F531EB58-D4BA-4F25-B92F-2F7A57849E0E}" srcOrd="0" destOrd="0" presId="urn:microsoft.com/office/officeart/2008/layout/LinedList"/>
    <dgm:cxn modelId="{861EBBE3-4C0D-459C-B624-4295C0584E62}" type="presParOf" srcId="{F531EB58-D4BA-4F25-B92F-2F7A57849E0E}" destId="{8F2A87CE-BE94-4660-A285-7ED7ABD88FAC}" srcOrd="0" destOrd="0" presId="urn:microsoft.com/office/officeart/2008/layout/LinedList"/>
    <dgm:cxn modelId="{94B640B0-6F13-41B1-B162-6C4069170A48}" type="presParOf" srcId="{F531EB58-D4BA-4F25-B92F-2F7A57849E0E}" destId="{A0D55200-C044-4903-B882-82C9BEC7CDEA}" srcOrd="1" destOrd="0" presId="urn:microsoft.com/office/officeart/2008/layout/LinedList"/>
    <dgm:cxn modelId="{6BB07719-AD3E-4AC2-A76D-763565FE11CE}" type="presParOf" srcId="{A0D55200-C044-4903-B882-82C9BEC7CDEA}" destId="{DD9C42A8-8C71-470B-967A-4C323BBD3747}" srcOrd="0" destOrd="0" presId="urn:microsoft.com/office/officeart/2008/layout/LinedList"/>
    <dgm:cxn modelId="{B8A3231A-88C7-493D-8274-A8A83562096B}" type="presParOf" srcId="{A0D55200-C044-4903-B882-82C9BEC7CDEA}" destId="{5E30BEC4-D7DB-4B98-A1F3-963CFA880051}" srcOrd="1" destOrd="0" presId="urn:microsoft.com/office/officeart/2008/layout/LinedList"/>
    <dgm:cxn modelId="{B4C05A1F-C470-4216-A87E-CEDF9698551F}" type="presParOf" srcId="{F531EB58-D4BA-4F25-B92F-2F7A57849E0E}" destId="{C4D3CF9A-8446-49AB-9516-F2DA3B7B37D8}" srcOrd="2" destOrd="0" presId="urn:microsoft.com/office/officeart/2008/layout/LinedList"/>
    <dgm:cxn modelId="{516738F9-5868-4519-9647-3D68BF66BF02}" type="presParOf" srcId="{F531EB58-D4BA-4F25-B92F-2F7A57849E0E}" destId="{94BDCA8A-1C3B-44A7-A04F-991D4F8AE0E3}" srcOrd="3" destOrd="0" presId="urn:microsoft.com/office/officeart/2008/layout/LinedList"/>
    <dgm:cxn modelId="{E06AC99B-7FC6-4168-A4CA-37BE0A178B66}" type="presParOf" srcId="{94BDCA8A-1C3B-44A7-A04F-991D4F8AE0E3}" destId="{6ABFF0F9-87C9-42B6-8617-08DC02D81818}" srcOrd="0" destOrd="0" presId="urn:microsoft.com/office/officeart/2008/layout/LinedList"/>
    <dgm:cxn modelId="{1F342CA9-50F5-40E7-833E-AC98B721DB69}" type="presParOf" srcId="{94BDCA8A-1C3B-44A7-A04F-991D4F8AE0E3}" destId="{83FF62A0-9147-4271-B66C-9AB1FD1B85B2}" srcOrd="1" destOrd="0" presId="urn:microsoft.com/office/officeart/2008/layout/LinedList"/>
    <dgm:cxn modelId="{7DE8F41C-B0ED-4791-A896-3F3E0E494959}" type="presParOf" srcId="{F531EB58-D4BA-4F25-B92F-2F7A57849E0E}" destId="{39912ABF-31F2-4810-A85F-D8273CAFCFAA}" srcOrd="4" destOrd="0" presId="urn:microsoft.com/office/officeart/2008/layout/LinedList"/>
    <dgm:cxn modelId="{EDD146AF-1342-49B8-AFC7-2C9879042A70}" type="presParOf" srcId="{F531EB58-D4BA-4F25-B92F-2F7A57849E0E}" destId="{EBE8FA68-4634-4ECB-875C-E2938F2B5E5A}" srcOrd="5" destOrd="0" presId="urn:microsoft.com/office/officeart/2008/layout/LinedList"/>
    <dgm:cxn modelId="{877E08EF-806D-4DA2-9EFE-7C26D03B0D24}" type="presParOf" srcId="{EBE8FA68-4634-4ECB-875C-E2938F2B5E5A}" destId="{DEEE3262-0C63-409F-99C0-DE4E4E374B3F}" srcOrd="0" destOrd="0" presId="urn:microsoft.com/office/officeart/2008/layout/LinedList"/>
    <dgm:cxn modelId="{635981F2-AC24-48FE-AC13-D59FD2B13758}" type="presParOf" srcId="{EBE8FA68-4634-4ECB-875C-E2938F2B5E5A}" destId="{316FEFD3-9E6A-4B93-9ED1-12D484DC1DDF}" srcOrd="1" destOrd="0" presId="urn:microsoft.com/office/officeart/2008/layout/LinedList"/>
    <dgm:cxn modelId="{E0472B76-093A-4C3E-B938-1B022413E3B0}" type="presParOf" srcId="{F531EB58-D4BA-4F25-B92F-2F7A57849E0E}" destId="{A0A40E91-8458-4876-B2FA-D28998C2F13A}" srcOrd="6" destOrd="0" presId="urn:microsoft.com/office/officeart/2008/layout/LinedList"/>
    <dgm:cxn modelId="{928173B3-F2BB-4893-9A8D-61172C0B6080}" type="presParOf" srcId="{F531EB58-D4BA-4F25-B92F-2F7A57849E0E}" destId="{BC26CF4C-7647-4CF7-91E0-360F5BD7DED7}" srcOrd="7" destOrd="0" presId="urn:microsoft.com/office/officeart/2008/layout/LinedList"/>
    <dgm:cxn modelId="{31318FE9-5663-4977-9BF8-CE09BD11CD21}" type="presParOf" srcId="{BC26CF4C-7647-4CF7-91E0-360F5BD7DED7}" destId="{DA3BCB2D-CC3C-4EB6-ACAF-35578F4F7841}" srcOrd="0" destOrd="0" presId="urn:microsoft.com/office/officeart/2008/layout/LinedList"/>
    <dgm:cxn modelId="{26DC13BF-33C9-4D01-98D5-08A497906278}" type="presParOf" srcId="{BC26CF4C-7647-4CF7-91E0-360F5BD7DED7}" destId="{C3012F97-05CB-4189-81EF-E17017F6BE7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A7D1BE5-FEDE-45CA-AE78-36D8EDF0D6C0}" type="doc">
      <dgm:prSet loTypeId="urn:microsoft.com/office/officeart/2005/8/layout/vProcess5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D0C2C11F-15AD-45F0-89F2-E265B4453698}">
      <dgm:prSet/>
      <dgm:spPr/>
      <dgm:t>
        <a:bodyPr/>
        <a:lstStyle/>
        <a:p>
          <a:r>
            <a:rPr lang="en-US" dirty="0"/>
            <a:t>Learning regarding how to write geometrical Prompts for P&amp;ID Symbols with their orientation (vertical / horizontal).</a:t>
          </a:r>
        </a:p>
      </dgm:t>
    </dgm:pt>
    <dgm:pt modelId="{29CEDFCD-568B-4A61-9300-5508FEA9B697}" type="parTrans" cxnId="{39D69BC9-B889-46C8-A34A-CB93F019A510}">
      <dgm:prSet/>
      <dgm:spPr/>
      <dgm:t>
        <a:bodyPr/>
        <a:lstStyle/>
        <a:p>
          <a:endParaRPr lang="en-US"/>
        </a:p>
      </dgm:t>
    </dgm:pt>
    <dgm:pt modelId="{76154EAA-43A2-4062-88E0-83BE5330BD90}" type="sibTrans" cxnId="{39D69BC9-B889-46C8-A34A-CB93F019A510}">
      <dgm:prSet/>
      <dgm:spPr/>
      <dgm:t>
        <a:bodyPr/>
        <a:lstStyle/>
        <a:p>
          <a:endParaRPr lang="en-US"/>
        </a:p>
      </dgm:t>
    </dgm:pt>
    <dgm:pt modelId="{468A28DD-49B0-4970-9444-9DF8ECAF4E50}">
      <dgm:prSet/>
      <dgm:spPr/>
      <dgm:t>
        <a:bodyPr/>
        <a:lstStyle/>
        <a:p>
          <a:r>
            <a:rPr lang="en-US" dirty="0"/>
            <a:t>Preparing Piping valves prompts.</a:t>
          </a:r>
        </a:p>
      </dgm:t>
    </dgm:pt>
    <dgm:pt modelId="{97EA216B-30BB-4356-88A5-3738314EE724}" type="parTrans" cxnId="{D54F7BEF-2CCA-47C5-B5A9-EFE86DB38854}">
      <dgm:prSet/>
      <dgm:spPr/>
      <dgm:t>
        <a:bodyPr/>
        <a:lstStyle/>
        <a:p>
          <a:endParaRPr lang="en-US"/>
        </a:p>
      </dgm:t>
    </dgm:pt>
    <dgm:pt modelId="{49F3B164-F52A-49A6-8CD6-B8B1AA5C8414}" type="sibTrans" cxnId="{D54F7BEF-2CCA-47C5-B5A9-EFE86DB38854}">
      <dgm:prSet/>
      <dgm:spPr/>
      <dgm:t>
        <a:bodyPr/>
        <a:lstStyle/>
        <a:p>
          <a:endParaRPr lang="en-US"/>
        </a:p>
      </dgm:t>
    </dgm:pt>
    <dgm:pt modelId="{4621AEF8-8F4C-4ACE-B875-0F7B9EBE776E}">
      <dgm:prSet/>
      <dgm:spPr/>
      <dgm:t>
        <a:bodyPr/>
        <a:lstStyle/>
        <a:p>
          <a:r>
            <a:rPr lang="en-US" dirty="0"/>
            <a:t>Submit for the review once developer confirm then after I started working on other Piping Valves, Piping Components, Instrument control valves &amp; labels.</a:t>
          </a:r>
        </a:p>
      </dgm:t>
    </dgm:pt>
    <dgm:pt modelId="{CC015EBA-6523-4408-B474-DDEDBE1AABF2}" type="parTrans" cxnId="{73F9587F-8BCD-4826-B290-8B391CBB31A6}">
      <dgm:prSet/>
      <dgm:spPr/>
      <dgm:t>
        <a:bodyPr/>
        <a:lstStyle/>
        <a:p>
          <a:endParaRPr lang="en-US"/>
        </a:p>
      </dgm:t>
    </dgm:pt>
    <dgm:pt modelId="{695C9C96-DC7C-427E-8BB3-D60C428B7B1A}" type="sibTrans" cxnId="{73F9587F-8BCD-4826-B290-8B391CBB31A6}">
      <dgm:prSet/>
      <dgm:spPr/>
      <dgm:t>
        <a:bodyPr/>
        <a:lstStyle/>
        <a:p>
          <a:endParaRPr lang="en-US"/>
        </a:p>
      </dgm:t>
    </dgm:pt>
    <dgm:pt modelId="{913FE281-08D9-4F47-B4B3-F717E4A50402}">
      <dgm:prSet/>
      <dgm:spPr/>
      <dgm:t>
        <a:bodyPr/>
        <a:lstStyle/>
        <a:p>
          <a:r>
            <a:rPr lang="en-US"/>
            <a:t>Submit the Notepad, Word and Excel file to Ai Engineer. </a:t>
          </a:r>
        </a:p>
      </dgm:t>
    </dgm:pt>
    <dgm:pt modelId="{93189BDB-21B6-42EB-BA5A-9D4B56A380C4}" type="parTrans" cxnId="{2F984CA1-376F-48D3-9060-6B62C1AC41DC}">
      <dgm:prSet/>
      <dgm:spPr/>
      <dgm:t>
        <a:bodyPr/>
        <a:lstStyle/>
        <a:p>
          <a:endParaRPr lang="en-US"/>
        </a:p>
      </dgm:t>
    </dgm:pt>
    <dgm:pt modelId="{461595F1-FA25-4A72-9B39-4C1770E25109}" type="sibTrans" cxnId="{2F984CA1-376F-48D3-9060-6B62C1AC41DC}">
      <dgm:prSet/>
      <dgm:spPr/>
      <dgm:t>
        <a:bodyPr/>
        <a:lstStyle/>
        <a:p>
          <a:endParaRPr lang="en-US"/>
        </a:p>
      </dgm:t>
    </dgm:pt>
    <dgm:pt modelId="{4FDD9748-C0F4-4DC8-9070-A87A9E9E51A0}" type="pres">
      <dgm:prSet presAssocID="{4A7D1BE5-FEDE-45CA-AE78-36D8EDF0D6C0}" presName="outerComposite" presStyleCnt="0">
        <dgm:presLayoutVars>
          <dgm:chMax val="5"/>
          <dgm:dir/>
          <dgm:resizeHandles val="exact"/>
        </dgm:presLayoutVars>
      </dgm:prSet>
      <dgm:spPr/>
    </dgm:pt>
    <dgm:pt modelId="{162A6B2C-2B55-42A3-B120-9BD07789B7C2}" type="pres">
      <dgm:prSet presAssocID="{4A7D1BE5-FEDE-45CA-AE78-36D8EDF0D6C0}" presName="dummyMaxCanvas" presStyleCnt="0">
        <dgm:presLayoutVars/>
      </dgm:prSet>
      <dgm:spPr/>
    </dgm:pt>
    <dgm:pt modelId="{1B850B92-FF3B-4F03-A617-2D0335317A53}" type="pres">
      <dgm:prSet presAssocID="{4A7D1BE5-FEDE-45CA-AE78-36D8EDF0D6C0}" presName="FourNodes_1" presStyleLbl="node1" presStyleIdx="0" presStyleCnt="4">
        <dgm:presLayoutVars>
          <dgm:bulletEnabled val="1"/>
        </dgm:presLayoutVars>
      </dgm:prSet>
      <dgm:spPr/>
    </dgm:pt>
    <dgm:pt modelId="{412656DD-494D-4EB4-BC40-9B8275FB63C5}" type="pres">
      <dgm:prSet presAssocID="{4A7D1BE5-FEDE-45CA-AE78-36D8EDF0D6C0}" presName="FourNodes_2" presStyleLbl="node1" presStyleIdx="1" presStyleCnt="4">
        <dgm:presLayoutVars>
          <dgm:bulletEnabled val="1"/>
        </dgm:presLayoutVars>
      </dgm:prSet>
      <dgm:spPr/>
    </dgm:pt>
    <dgm:pt modelId="{32E8E686-CA41-487F-927E-95643A2011D9}" type="pres">
      <dgm:prSet presAssocID="{4A7D1BE5-FEDE-45CA-AE78-36D8EDF0D6C0}" presName="FourNodes_3" presStyleLbl="node1" presStyleIdx="2" presStyleCnt="4">
        <dgm:presLayoutVars>
          <dgm:bulletEnabled val="1"/>
        </dgm:presLayoutVars>
      </dgm:prSet>
      <dgm:spPr/>
    </dgm:pt>
    <dgm:pt modelId="{620B636D-D077-4615-9E3B-CF068BFA77AB}" type="pres">
      <dgm:prSet presAssocID="{4A7D1BE5-FEDE-45CA-AE78-36D8EDF0D6C0}" presName="FourNodes_4" presStyleLbl="node1" presStyleIdx="3" presStyleCnt="4">
        <dgm:presLayoutVars>
          <dgm:bulletEnabled val="1"/>
        </dgm:presLayoutVars>
      </dgm:prSet>
      <dgm:spPr/>
    </dgm:pt>
    <dgm:pt modelId="{BC5C9FAF-4CDB-49FB-A86D-6020F44F0692}" type="pres">
      <dgm:prSet presAssocID="{4A7D1BE5-FEDE-45CA-AE78-36D8EDF0D6C0}" presName="FourConn_1-2" presStyleLbl="fgAccFollowNode1" presStyleIdx="0" presStyleCnt="3">
        <dgm:presLayoutVars>
          <dgm:bulletEnabled val="1"/>
        </dgm:presLayoutVars>
      </dgm:prSet>
      <dgm:spPr/>
    </dgm:pt>
    <dgm:pt modelId="{47FDF490-C676-4FD9-97B5-5F97B194CF9A}" type="pres">
      <dgm:prSet presAssocID="{4A7D1BE5-FEDE-45CA-AE78-36D8EDF0D6C0}" presName="FourConn_2-3" presStyleLbl="fgAccFollowNode1" presStyleIdx="1" presStyleCnt="3">
        <dgm:presLayoutVars>
          <dgm:bulletEnabled val="1"/>
        </dgm:presLayoutVars>
      </dgm:prSet>
      <dgm:spPr/>
    </dgm:pt>
    <dgm:pt modelId="{0D7C819F-9A18-4141-A53C-C778C8F8BD32}" type="pres">
      <dgm:prSet presAssocID="{4A7D1BE5-FEDE-45CA-AE78-36D8EDF0D6C0}" presName="FourConn_3-4" presStyleLbl="fgAccFollowNode1" presStyleIdx="2" presStyleCnt="3">
        <dgm:presLayoutVars>
          <dgm:bulletEnabled val="1"/>
        </dgm:presLayoutVars>
      </dgm:prSet>
      <dgm:spPr/>
    </dgm:pt>
    <dgm:pt modelId="{240909AA-DCC4-4456-97C4-1A79E8C5E90C}" type="pres">
      <dgm:prSet presAssocID="{4A7D1BE5-FEDE-45CA-AE78-36D8EDF0D6C0}" presName="FourNodes_1_text" presStyleLbl="node1" presStyleIdx="3" presStyleCnt="4">
        <dgm:presLayoutVars>
          <dgm:bulletEnabled val="1"/>
        </dgm:presLayoutVars>
      </dgm:prSet>
      <dgm:spPr/>
    </dgm:pt>
    <dgm:pt modelId="{C461C7D7-9470-46FC-964F-E627CF9F5637}" type="pres">
      <dgm:prSet presAssocID="{4A7D1BE5-FEDE-45CA-AE78-36D8EDF0D6C0}" presName="FourNodes_2_text" presStyleLbl="node1" presStyleIdx="3" presStyleCnt="4">
        <dgm:presLayoutVars>
          <dgm:bulletEnabled val="1"/>
        </dgm:presLayoutVars>
      </dgm:prSet>
      <dgm:spPr/>
    </dgm:pt>
    <dgm:pt modelId="{43050B80-874D-4735-B854-F1A0A956D26A}" type="pres">
      <dgm:prSet presAssocID="{4A7D1BE5-FEDE-45CA-AE78-36D8EDF0D6C0}" presName="FourNodes_3_text" presStyleLbl="node1" presStyleIdx="3" presStyleCnt="4">
        <dgm:presLayoutVars>
          <dgm:bulletEnabled val="1"/>
        </dgm:presLayoutVars>
      </dgm:prSet>
      <dgm:spPr/>
    </dgm:pt>
    <dgm:pt modelId="{30D8C544-B9F1-4F05-84FA-011336EBD791}" type="pres">
      <dgm:prSet presAssocID="{4A7D1BE5-FEDE-45CA-AE78-36D8EDF0D6C0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216A531C-3B59-49FD-B3E1-1F622D42E6BE}" type="presOf" srcId="{76154EAA-43A2-4062-88E0-83BE5330BD90}" destId="{BC5C9FAF-4CDB-49FB-A86D-6020F44F0692}" srcOrd="0" destOrd="0" presId="urn:microsoft.com/office/officeart/2005/8/layout/vProcess5"/>
    <dgm:cxn modelId="{C9587B29-DE46-42FD-B48A-B5DB45CECEC7}" type="presOf" srcId="{695C9C96-DC7C-427E-8BB3-D60C428B7B1A}" destId="{0D7C819F-9A18-4141-A53C-C778C8F8BD32}" srcOrd="0" destOrd="0" presId="urn:microsoft.com/office/officeart/2005/8/layout/vProcess5"/>
    <dgm:cxn modelId="{094ED832-048C-4D68-8297-44CF869E3D5F}" type="presOf" srcId="{49F3B164-F52A-49A6-8CD6-B8B1AA5C8414}" destId="{47FDF490-C676-4FD9-97B5-5F97B194CF9A}" srcOrd="0" destOrd="0" presId="urn:microsoft.com/office/officeart/2005/8/layout/vProcess5"/>
    <dgm:cxn modelId="{6DE5E763-C3C3-45AA-BEFB-730016F85463}" type="presOf" srcId="{913FE281-08D9-4F47-B4B3-F717E4A50402}" destId="{620B636D-D077-4615-9E3B-CF068BFA77AB}" srcOrd="0" destOrd="0" presId="urn:microsoft.com/office/officeart/2005/8/layout/vProcess5"/>
    <dgm:cxn modelId="{0B12B553-3B02-402C-9020-A45B976D293D}" type="presOf" srcId="{D0C2C11F-15AD-45F0-89F2-E265B4453698}" destId="{1B850B92-FF3B-4F03-A617-2D0335317A53}" srcOrd="0" destOrd="0" presId="urn:microsoft.com/office/officeart/2005/8/layout/vProcess5"/>
    <dgm:cxn modelId="{73F9587F-8BCD-4826-B290-8B391CBB31A6}" srcId="{4A7D1BE5-FEDE-45CA-AE78-36D8EDF0D6C0}" destId="{4621AEF8-8F4C-4ACE-B875-0F7B9EBE776E}" srcOrd="2" destOrd="0" parTransId="{CC015EBA-6523-4408-B474-DDEDBE1AABF2}" sibTransId="{695C9C96-DC7C-427E-8BB3-D60C428B7B1A}"/>
    <dgm:cxn modelId="{9AFF4097-A7D2-45BA-89F8-CB5C7F4861B7}" type="presOf" srcId="{4621AEF8-8F4C-4ACE-B875-0F7B9EBE776E}" destId="{32E8E686-CA41-487F-927E-95643A2011D9}" srcOrd="0" destOrd="0" presId="urn:microsoft.com/office/officeart/2005/8/layout/vProcess5"/>
    <dgm:cxn modelId="{2F984CA1-376F-48D3-9060-6B62C1AC41DC}" srcId="{4A7D1BE5-FEDE-45CA-AE78-36D8EDF0D6C0}" destId="{913FE281-08D9-4F47-B4B3-F717E4A50402}" srcOrd="3" destOrd="0" parTransId="{93189BDB-21B6-42EB-BA5A-9D4B56A380C4}" sibTransId="{461595F1-FA25-4A72-9B39-4C1770E25109}"/>
    <dgm:cxn modelId="{73FF40B0-958E-4F4E-9795-351615F5C50A}" type="presOf" srcId="{4A7D1BE5-FEDE-45CA-AE78-36D8EDF0D6C0}" destId="{4FDD9748-C0F4-4DC8-9070-A87A9E9E51A0}" srcOrd="0" destOrd="0" presId="urn:microsoft.com/office/officeart/2005/8/layout/vProcess5"/>
    <dgm:cxn modelId="{D26001BA-22E6-4138-97B2-4D7FE11975B9}" type="presOf" srcId="{913FE281-08D9-4F47-B4B3-F717E4A50402}" destId="{30D8C544-B9F1-4F05-84FA-011336EBD791}" srcOrd="1" destOrd="0" presId="urn:microsoft.com/office/officeart/2005/8/layout/vProcess5"/>
    <dgm:cxn modelId="{39D69BC9-B889-46C8-A34A-CB93F019A510}" srcId="{4A7D1BE5-FEDE-45CA-AE78-36D8EDF0D6C0}" destId="{D0C2C11F-15AD-45F0-89F2-E265B4453698}" srcOrd="0" destOrd="0" parTransId="{29CEDFCD-568B-4A61-9300-5508FEA9B697}" sibTransId="{76154EAA-43A2-4062-88E0-83BE5330BD90}"/>
    <dgm:cxn modelId="{4FDCA7DE-EB98-4A22-B26D-5375ACB7BB5D}" type="presOf" srcId="{468A28DD-49B0-4970-9444-9DF8ECAF4E50}" destId="{412656DD-494D-4EB4-BC40-9B8275FB63C5}" srcOrd="0" destOrd="0" presId="urn:microsoft.com/office/officeart/2005/8/layout/vProcess5"/>
    <dgm:cxn modelId="{627E82E4-79FD-44D7-AFC9-9A83A9D7176E}" type="presOf" srcId="{468A28DD-49B0-4970-9444-9DF8ECAF4E50}" destId="{C461C7D7-9470-46FC-964F-E627CF9F5637}" srcOrd="1" destOrd="0" presId="urn:microsoft.com/office/officeart/2005/8/layout/vProcess5"/>
    <dgm:cxn modelId="{381C9CE4-2909-47E0-A22F-9D4BB56A0ED6}" type="presOf" srcId="{D0C2C11F-15AD-45F0-89F2-E265B4453698}" destId="{240909AA-DCC4-4456-97C4-1A79E8C5E90C}" srcOrd="1" destOrd="0" presId="urn:microsoft.com/office/officeart/2005/8/layout/vProcess5"/>
    <dgm:cxn modelId="{D54F7BEF-2CCA-47C5-B5A9-EFE86DB38854}" srcId="{4A7D1BE5-FEDE-45CA-AE78-36D8EDF0D6C0}" destId="{468A28DD-49B0-4970-9444-9DF8ECAF4E50}" srcOrd="1" destOrd="0" parTransId="{97EA216B-30BB-4356-88A5-3738314EE724}" sibTransId="{49F3B164-F52A-49A6-8CD6-B8B1AA5C8414}"/>
    <dgm:cxn modelId="{5F18F6F8-5079-4C17-8463-2BC79B7B5075}" type="presOf" srcId="{4621AEF8-8F4C-4ACE-B875-0F7B9EBE776E}" destId="{43050B80-874D-4735-B854-F1A0A956D26A}" srcOrd="1" destOrd="0" presId="urn:microsoft.com/office/officeart/2005/8/layout/vProcess5"/>
    <dgm:cxn modelId="{2BE63E0F-97CC-4AEB-8351-2C99DB535AF7}" type="presParOf" srcId="{4FDD9748-C0F4-4DC8-9070-A87A9E9E51A0}" destId="{162A6B2C-2B55-42A3-B120-9BD07789B7C2}" srcOrd="0" destOrd="0" presId="urn:microsoft.com/office/officeart/2005/8/layout/vProcess5"/>
    <dgm:cxn modelId="{D425526A-EA89-4A36-8358-1ED67B9F055C}" type="presParOf" srcId="{4FDD9748-C0F4-4DC8-9070-A87A9E9E51A0}" destId="{1B850B92-FF3B-4F03-A617-2D0335317A53}" srcOrd="1" destOrd="0" presId="urn:microsoft.com/office/officeart/2005/8/layout/vProcess5"/>
    <dgm:cxn modelId="{BFF739FD-9DA3-481B-A55E-C41965B81CC0}" type="presParOf" srcId="{4FDD9748-C0F4-4DC8-9070-A87A9E9E51A0}" destId="{412656DD-494D-4EB4-BC40-9B8275FB63C5}" srcOrd="2" destOrd="0" presId="urn:microsoft.com/office/officeart/2005/8/layout/vProcess5"/>
    <dgm:cxn modelId="{85D7E294-690D-483A-9A8A-4C166E7FB982}" type="presParOf" srcId="{4FDD9748-C0F4-4DC8-9070-A87A9E9E51A0}" destId="{32E8E686-CA41-487F-927E-95643A2011D9}" srcOrd="3" destOrd="0" presId="urn:microsoft.com/office/officeart/2005/8/layout/vProcess5"/>
    <dgm:cxn modelId="{8CBCACD4-2789-4C3A-AB2D-3364B738BEFE}" type="presParOf" srcId="{4FDD9748-C0F4-4DC8-9070-A87A9E9E51A0}" destId="{620B636D-D077-4615-9E3B-CF068BFA77AB}" srcOrd="4" destOrd="0" presId="urn:microsoft.com/office/officeart/2005/8/layout/vProcess5"/>
    <dgm:cxn modelId="{3A7573EE-C41F-413F-BAD2-5CB657417061}" type="presParOf" srcId="{4FDD9748-C0F4-4DC8-9070-A87A9E9E51A0}" destId="{BC5C9FAF-4CDB-49FB-A86D-6020F44F0692}" srcOrd="5" destOrd="0" presId="urn:microsoft.com/office/officeart/2005/8/layout/vProcess5"/>
    <dgm:cxn modelId="{FADD6CC5-AF18-4E09-A330-86B6063C87CE}" type="presParOf" srcId="{4FDD9748-C0F4-4DC8-9070-A87A9E9E51A0}" destId="{47FDF490-C676-4FD9-97B5-5F97B194CF9A}" srcOrd="6" destOrd="0" presId="urn:microsoft.com/office/officeart/2005/8/layout/vProcess5"/>
    <dgm:cxn modelId="{0F8C229E-14E7-4DCC-8990-4987ED225BB1}" type="presParOf" srcId="{4FDD9748-C0F4-4DC8-9070-A87A9E9E51A0}" destId="{0D7C819F-9A18-4141-A53C-C778C8F8BD32}" srcOrd="7" destOrd="0" presId="urn:microsoft.com/office/officeart/2005/8/layout/vProcess5"/>
    <dgm:cxn modelId="{554412D2-EA0D-412A-B9F4-0D25EF7FAF05}" type="presParOf" srcId="{4FDD9748-C0F4-4DC8-9070-A87A9E9E51A0}" destId="{240909AA-DCC4-4456-97C4-1A79E8C5E90C}" srcOrd="8" destOrd="0" presId="urn:microsoft.com/office/officeart/2005/8/layout/vProcess5"/>
    <dgm:cxn modelId="{576AC44E-3E8A-4189-A1BD-945C86657F06}" type="presParOf" srcId="{4FDD9748-C0F4-4DC8-9070-A87A9E9E51A0}" destId="{C461C7D7-9470-46FC-964F-E627CF9F5637}" srcOrd="9" destOrd="0" presId="urn:microsoft.com/office/officeart/2005/8/layout/vProcess5"/>
    <dgm:cxn modelId="{F330C442-168E-4962-91D4-17ED9B1A65E5}" type="presParOf" srcId="{4FDD9748-C0F4-4DC8-9070-A87A9E9E51A0}" destId="{43050B80-874D-4735-B854-F1A0A956D26A}" srcOrd="10" destOrd="0" presId="urn:microsoft.com/office/officeart/2005/8/layout/vProcess5"/>
    <dgm:cxn modelId="{085888C7-A484-4DB0-A9A1-92C3515B5E7D}" type="presParOf" srcId="{4FDD9748-C0F4-4DC8-9070-A87A9E9E51A0}" destId="{30D8C544-B9F1-4F05-84FA-011336EBD791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749BCA5-D273-4D22-BB4A-E4EFE9C3989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BA3A095-F71F-4BC9-B33B-59564084311D}">
      <dgm:prSet/>
      <dgm:spPr/>
      <dgm:t>
        <a:bodyPr/>
        <a:lstStyle/>
        <a:p>
          <a:r>
            <a:rPr lang="en-US"/>
            <a:t>Prepare the native files for wrench. </a:t>
          </a:r>
        </a:p>
      </dgm:t>
    </dgm:pt>
    <dgm:pt modelId="{2B57B5DF-A8AC-436E-B828-6E4BCF07A8D0}" type="parTrans" cxnId="{3586D515-578B-4BBB-B23B-12FC8B34C4E7}">
      <dgm:prSet/>
      <dgm:spPr/>
      <dgm:t>
        <a:bodyPr/>
        <a:lstStyle/>
        <a:p>
          <a:endParaRPr lang="en-US"/>
        </a:p>
      </dgm:t>
    </dgm:pt>
    <dgm:pt modelId="{6036C76C-13CD-416E-9DCD-70B3350B9056}" type="sibTrans" cxnId="{3586D515-578B-4BBB-B23B-12FC8B34C4E7}">
      <dgm:prSet/>
      <dgm:spPr/>
      <dgm:t>
        <a:bodyPr/>
        <a:lstStyle/>
        <a:p>
          <a:endParaRPr lang="en-US"/>
        </a:p>
      </dgm:t>
    </dgm:pt>
    <dgm:pt modelId="{C3324E83-39B1-409C-81E7-5831278C9E30}">
      <dgm:prSet/>
      <dgm:spPr/>
      <dgm:t>
        <a:bodyPr/>
        <a:lstStyle/>
        <a:p>
          <a:r>
            <a:rPr lang="en-US"/>
            <a:t>As per AI Engineer suggestion preparing the P&amp;IDs as per their requirements. </a:t>
          </a:r>
        </a:p>
      </dgm:t>
    </dgm:pt>
    <dgm:pt modelId="{4091A578-1343-400D-A9E8-B4583FAAE5CF}" type="parTrans" cxnId="{CD8DBD59-8046-456C-B697-79E572CF8933}">
      <dgm:prSet/>
      <dgm:spPr/>
      <dgm:t>
        <a:bodyPr/>
        <a:lstStyle/>
        <a:p>
          <a:endParaRPr lang="en-US"/>
        </a:p>
      </dgm:t>
    </dgm:pt>
    <dgm:pt modelId="{0E8A286F-D8C7-440F-BB72-AB11114FAAB9}" type="sibTrans" cxnId="{CD8DBD59-8046-456C-B697-79E572CF8933}">
      <dgm:prSet/>
      <dgm:spPr/>
      <dgm:t>
        <a:bodyPr/>
        <a:lstStyle/>
        <a:p>
          <a:endParaRPr lang="en-US"/>
        </a:p>
      </dgm:t>
    </dgm:pt>
    <dgm:pt modelId="{8C441A77-9BAB-42AF-9B75-F0F18DB8A142}">
      <dgm:prSet/>
      <dgm:spPr/>
      <dgm:t>
        <a:bodyPr/>
        <a:lstStyle/>
        <a:p>
          <a:r>
            <a:rPr lang="en-US"/>
            <a:t>Removing all Process, Instrument, Equipment &amp; Text data from the Drawings and keep only Process lines &amp; Instrument signals.</a:t>
          </a:r>
        </a:p>
      </dgm:t>
    </dgm:pt>
    <dgm:pt modelId="{8502FD34-39DE-4419-8299-FFAD7F272A25}" type="parTrans" cxnId="{D61B2FB4-93F5-4601-A61C-FECB3907A397}">
      <dgm:prSet/>
      <dgm:spPr/>
      <dgm:t>
        <a:bodyPr/>
        <a:lstStyle/>
        <a:p>
          <a:endParaRPr lang="en-US"/>
        </a:p>
      </dgm:t>
    </dgm:pt>
    <dgm:pt modelId="{B85EC57E-E1D0-4809-971E-F58C14043354}" type="sibTrans" cxnId="{D61B2FB4-93F5-4601-A61C-FECB3907A397}">
      <dgm:prSet/>
      <dgm:spPr/>
      <dgm:t>
        <a:bodyPr/>
        <a:lstStyle/>
        <a:p>
          <a:endParaRPr lang="en-US"/>
        </a:p>
      </dgm:t>
    </dgm:pt>
    <dgm:pt modelId="{F39B4070-31B0-4372-ADB8-B02E9523C65B}">
      <dgm:prSet/>
      <dgm:spPr/>
      <dgm:t>
        <a:bodyPr/>
        <a:lstStyle/>
        <a:p>
          <a:r>
            <a:rPr lang="en-US"/>
            <a:t>Some P&amp;IDs are in SPPID Software so, I Convert PDF to AutoCAD and start the Cleanup activities. </a:t>
          </a:r>
        </a:p>
      </dgm:t>
    </dgm:pt>
    <dgm:pt modelId="{1CCD7DBA-B072-4150-AB18-76D3BDF7AEF7}" type="parTrans" cxnId="{3F74C181-D097-4ABE-826C-87C53BF8AEC9}">
      <dgm:prSet/>
      <dgm:spPr/>
      <dgm:t>
        <a:bodyPr/>
        <a:lstStyle/>
        <a:p>
          <a:endParaRPr lang="en-US"/>
        </a:p>
      </dgm:t>
    </dgm:pt>
    <dgm:pt modelId="{403A578B-DDEE-4D0E-BA82-B88469F64B8F}" type="sibTrans" cxnId="{3F74C181-D097-4ABE-826C-87C53BF8AEC9}">
      <dgm:prSet/>
      <dgm:spPr/>
      <dgm:t>
        <a:bodyPr/>
        <a:lstStyle/>
        <a:p>
          <a:endParaRPr lang="en-US"/>
        </a:p>
      </dgm:t>
    </dgm:pt>
    <dgm:pt modelId="{FD98C186-A85D-43CE-B3D6-46B512EE9F88}" type="pres">
      <dgm:prSet presAssocID="{5749BCA5-D273-4D22-BB4A-E4EFE9C3989E}" presName="root" presStyleCnt="0">
        <dgm:presLayoutVars>
          <dgm:dir/>
          <dgm:resizeHandles val="exact"/>
        </dgm:presLayoutVars>
      </dgm:prSet>
      <dgm:spPr/>
    </dgm:pt>
    <dgm:pt modelId="{0BEE6ACF-24B3-4C14-A7B5-1D3E3FA58855}" type="pres">
      <dgm:prSet presAssocID="{9BA3A095-F71F-4BC9-B33B-59564084311D}" presName="compNode" presStyleCnt="0"/>
      <dgm:spPr/>
    </dgm:pt>
    <dgm:pt modelId="{7532AE86-E35D-4E42-91ED-5678F3153A3A}" type="pres">
      <dgm:prSet presAssocID="{9BA3A095-F71F-4BC9-B33B-59564084311D}" presName="bgRect" presStyleLbl="bgShp" presStyleIdx="0" presStyleCnt="4"/>
      <dgm:spPr/>
    </dgm:pt>
    <dgm:pt modelId="{ACBCF856-7111-4798-B177-4FCBE21F43D5}" type="pres">
      <dgm:prSet presAssocID="{9BA3A095-F71F-4BC9-B33B-59564084311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rench"/>
        </a:ext>
      </dgm:extLst>
    </dgm:pt>
    <dgm:pt modelId="{2EC2AF74-C394-4120-A33C-A430FEB4C459}" type="pres">
      <dgm:prSet presAssocID="{9BA3A095-F71F-4BC9-B33B-59564084311D}" presName="spaceRect" presStyleCnt="0"/>
      <dgm:spPr/>
    </dgm:pt>
    <dgm:pt modelId="{1F15B1A5-2056-4CBB-BB8D-7EED9052C9FA}" type="pres">
      <dgm:prSet presAssocID="{9BA3A095-F71F-4BC9-B33B-59564084311D}" presName="parTx" presStyleLbl="revTx" presStyleIdx="0" presStyleCnt="4">
        <dgm:presLayoutVars>
          <dgm:chMax val="0"/>
          <dgm:chPref val="0"/>
        </dgm:presLayoutVars>
      </dgm:prSet>
      <dgm:spPr/>
    </dgm:pt>
    <dgm:pt modelId="{A6BA18ED-4661-43C7-A503-8299A752F665}" type="pres">
      <dgm:prSet presAssocID="{6036C76C-13CD-416E-9DCD-70B3350B9056}" presName="sibTrans" presStyleCnt="0"/>
      <dgm:spPr/>
    </dgm:pt>
    <dgm:pt modelId="{1FDA9423-AC6B-43EC-8A4C-CA4CBA4AC154}" type="pres">
      <dgm:prSet presAssocID="{C3324E83-39B1-409C-81E7-5831278C9E30}" presName="compNode" presStyleCnt="0"/>
      <dgm:spPr/>
    </dgm:pt>
    <dgm:pt modelId="{C368DB97-ACAA-4EBE-A79C-FE429597BD34}" type="pres">
      <dgm:prSet presAssocID="{C3324E83-39B1-409C-81E7-5831278C9E30}" presName="bgRect" presStyleLbl="bgShp" presStyleIdx="1" presStyleCnt="4"/>
      <dgm:spPr/>
    </dgm:pt>
    <dgm:pt modelId="{E8826F89-E992-41EF-B878-09023BA28776}" type="pres">
      <dgm:prSet presAssocID="{C3324E83-39B1-409C-81E7-5831278C9E3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498B9F62-81A0-4482-98B3-11C443144D90}" type="pres">
      <dgm:prSet presAssocID="{C3324E83-39B1-409C-81E7-5831278C9E30}" presName="spaceRect" presStyleCnt="0"/>
      <dgm:spPr/>
    </dgm:pt>
    <dgm:pt modelId="{AED6B13E-A33B-4C94-9896-F65CDC3DADF8}" type="pres">
      <dgm:prSet presAssocID="{C3324E83-39B1-409C-81E7-5831278C9E30}" presName="parTx" presStyleLbl="revTx" presStyleIdx="1" presStyleCnt="4">
        <dgm:presLayoutVars>
          <dgm:chMax val="0"/>
          <dgm:chPref val="0"/>
        </dgm:presLayoutVars>
      </dgm:prSet>
      <dgm:spPr/>
    </dgm:pt>
    <dgm:pt modelId="{F762B051-5CE7-4AFE-ACDB-4C2BFB0A0264}" type="pres">
      <dgm:prSet presAssocID="{0E8A286F-D8C7-440F-BB72-AB11114FAAB9}" presName="sibTrans" presStyleCnt="0"/>
      <dgm:spPr/>
    </dgm:pt>
    <dgm:pt modelId="{59F359A4-EE40-42CA-A19C-76FEA7147995}" type="pres">
      <dgm:prSet presAssocID="{8C441A77-9BAB-42AF-9B75-F0F18DB8A142}" presName="compNode" presStyleCnt="0"/>
      <dgm:spPr/>
    </dgm:pt>
    <dgm:pt modelId="{1D176176-8207-4199-9CAA-C5E57C4F064D}" type="pres">
      <dgm:prSet presAssocID="{8C441A77-9BAB-42AF-9B75-F0F18DB8A142}" presName="bgRect" presStyleLbl="bgShp" presStyleIdx="2" presStyleCnt="4"/>
      <dgm:spPr/>
    </dgm:pt>
    <dgm:pt modelId="{E8A2EBE2-D07F-4D82-983A-924060DDCED6}" type="pres">
      <dgm:prSet presAssocID="{8C441A77-9BAB-42AF-9B75-F0F18DB8A14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nner"/>
        </a:ext>
      </dgm:extLst>
    </dgm:pt>
    <dgm:pt modelId="{00395E4E-3AB4-41DE-9225-8E0F238BF32F}" type="pres">
      <dgm:prSet presAssocID="{8C441A77-9BAB-42AF-9B75-F0F18DB8A142}" presName="spaceRect" presStyleCnt="0"/>
      <dgm:spPr/>
    </dgm:pt>
    <dgm:pt modelId="{018BD28E-7828-417C-8E38-43E57D4A4D28}" type="pres">
      <dgm:prSet presAssocID="{8C441A77-9BAB-42AF-9B75-F0F18DB8A142}" presName="parTx" presStyleLbl="revTx" presStyleIdx="2" presStyleCnt="4">
        <dgm:presLayoutVars>
          <dgm:chMax val="0"/>
          <dgm:chPref val="0"/>
        </dgm:presLayoutVars>
      </dgm:prSet>
      <dgm:spPr/>
    </dgm:pt>
    <dgm:pt modelId="{555D29CC-4D62-4976-B69B-0407E1D7B493}" type="pres">
      <dgm:prSet presAssocID="{B85EC57E-E1D0-4809-971E-F58C14043354}" presName="sibTrans" presStyleCnt="0"/>
      <dgm:spPr/>
    </dgm:pt>
    <dgm:pt modelId="{D08C5B17-57BE-44EC-81B9-2164927D074C}" type="pres">
      <dgm:prSet presAssocID="{F39B4070-31B0-4372-ADB8-B02E9523C65B}" presName="compNode" presStyleCnt="0"/>
      <dgm:spPr/>
    </dgm:pt>
    <dgm:pt modelId="{51635004-4D87-4C91-8168-CE774DA68254}" type="pres">
      <dgm:prSet presAssocID="{F39B4070-31B0-4372-ADB8-B02E9523C65B}" presName="bgRect" presStyleLbl="bgShp" presStyleIdx="3" presStyleCnt="4"/>
      <dgm:spPr/>
    </dgm:pt>
    <dgm:pt modelId="{A715E710-A4A7-4BF1-967F-451A5DEC3CF9}" type="pres">
      <dgm:prSet presAssocID="{F39B4070-31B0-4372-ADB8-B02E9523C65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5A5386B3-B078-4F4B-A073-E7CB5203C0B6}" type="pres">
      <dgm:prSet presAssocID="{F39B4070-31B0-4372-ADB8-B02E9523C65B}" presName="spaceRect" presStyleCnt="0"/>
      <dgm:spPr/>
    </dgm:pt>
    <dgm:pt modelId="{34090BEA-98DE-40E1-BB58-E41C54F63418}" type="pres">
      <dgm:prSet presAssocID="{F39B4070-31B0-4372-ADB8-B02E9523C65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586D515-578B-4BBB-B23B-12FC8B34C4E7}" srcId="{5749BCA5-D273-4D22-BB4A-E4EFE9C3989E}" destId="{9BA3A095-F71F-4BC9-B33B-59564084311D}" srcOrd="0" destOrd="0" parTransId="{2B57B5DF-A8AC-436E-B828-6E4BCF07A8D0}" sibTransId="{6036C76C-13CD-416E-9DCD-70B3350B9056}"/>
    <dgm:cxn modelId="{CA271E4C-DDA5-4984-82DB-FDCF35ABC79A}" type="presOf" srcId="{F39B4070-31B0-4372-ADB8-B02E9523C65B}" destId="{34090BEA-98DE-40E1-BB58-E41C54F63418}" srcOrd="0" destOrd="0" presId="urn:microsoft.com/office/officeart/2018/2/layout/IconVerticalSolidList"/>
    <dgm:cxn modelId="{CD8DBD59-8046-456C-B697-79E572CF8933}" srcId="{5749BCA5-D273-4D22-BB4A-E4EFE9C3989E}" destId="{C3324E83-39B1-409C-81E7-5831278C9E30}" srcOrd="1" destOrd="0" parTransId="{4091A578-1343-400D-A9E8-B4583FAAE5CF}" sibTransId="{0E8A286F-D8C7-440F-BB72-AB11114FAAB9}"/>
    <dgm:cxn modelId="{3F74C181-D097-4ABE-826C-87C53BF8AEC9}" srcId="{5749BCA5-D273-4D22-BB4A-E4EFE9C3989E}" destId="{F39B4070-31B0-4372-ADB8-B02E9523C65B}" srcOrd="3" destOrd="0" parTransId="{1CCD7DBA-B072-4150-AB18-76D3BDF7AEF7}" sibTransId="{403A578B-DDEE-4D0E-BA82-B88469F64B8F}"/>
    <dgm:cxn modelId="{CE204F88-231A-45C6-91A5-EEFCD0A6A2CC}" type="presOf" srcId="{8C441A77-9BAB-42AF-9B75-F0F18DB8A142}" destId="{018BD28E-7828-417C-8E38-43E57D4A4D28}" srcOrd="0" destOrd="0" presId="urn:microsoft.com/office/officeart/2018/2/layout/IconVerticalSolidList"/>
    <dgm:cxn modelId="{F882A992-DA7D-43CE-B0A4-E33C2640A5EA}" type="presOf" srcId="{C3324E83-39B1-409C-81E7-5831278C9E30}" destId="{AED6B13E-A33B-4C94-9896-F65CDC3DADF8}" srcOrd="0" destOrd="0" presId="urn:microsoft.com/office/officeart/2018/2/layout/IconVerticalSolidList"/>
    <dgm:cxn modelId="{D61B2FB4-93F5-4601-A61C-FECB3907A397}" srcId="{5749BCA5-D273-4D22-BB4A-E4EFE9C3989E}" destId="{8C441A77-9BAB-42AF-9B75-F0F18DB8A142}" srcOrd="2" destOrd="0" parTransId="{8502FD34-39DE-4419-8299-FFAD7F272A25}" sibTransId="{B85EC57E-E1D0-4809-971E-F58C14043354}"/>
    <dgm:cxn modelId="{DC0DABB5-1907-4A55-8BCE-DC15CB6D5B1C}" type="presOf" srcId="{5749BCA5-D273-4D22-BB4A-E4EFE9C3989E}" destId="{FD98C186-A85D-43CE-B3D6-46B512EE9F88}" srcOrd="0" destOrd="0" presId="urn:microsoft.com/office/officeart/2018/2/layout/IconVerticalSolidList"/>
    <dgm:cxn modelId="{879872E6-2B03-4D20-85EC-E762E366F763}" type="presOf" srcId="{9BA3A095-F71F-4BC9-B33B-59564084311D}" destId="{1F15B1A5-2056-4CBB-BB8D-7EED9052C9FA}" srcOrd="0" destOrd="0" presId="urn:microsoft.com/office/officeart/2018/2/layout/IconVerticalSolidList"/>
    <dgm:cxn modelId="{C297809D-DCC5-4217-9A5E-579E72E08A86}" type="presParOf" srcId="{FD98C186-A85D-43CE-B3D6-46B512EE9F88}" destId="{0BEE6ACF-24B3-4C14-A7B5-1D3E3FA58855}" srcOrd="0" destOrd="0" presId="urn:microsoft.com/office/officeart/2018/2/layout/IconVerticalSolidList"/>
    <dgm:cxn modelId="{DE98B679-FE1F-44E3-AA7B-D1CD436AF485}" type="presParOf" srcId="{0BEE6ACF-24B3-4C14-A7B5-1D3E3FA58855}" destId="{7532AE86-E35D-4E42-91ED-5678F3153A3A}" srcOrd="0" destOrd="0" presId="urn:microsoft.com/office/officeart/2018/2/layout/IconVerticalSolidList"/>
    <dgm:cxn modelId="{C9A20560-310A-4469-8514-73565A2B4123}" type="presParOf" srcId="{0BEE6ACF-24B3-4C14-A7B5-1D3E3FA58855}" destId="{ACBCF856-7111-4798-B177-4FCBE21F43D5}" srcOrd="1" destOrd="0" presId="urn:microsoft.com/office/officeart/2018/2/layout/IconVerticalSolidList"/>
    <dgm:cxn modelId="{E4880B90-B7BF-4EB7-9A74-8C9030BAC5AD}" type="presParOf" srcId="{0BEE6ACF-24B3-4C14-A7B5-1D3E3FA58855}" destId="{2EC2AF74-C394-4120-A33C-A430FEB4C459}" srcOrd="2" destOrd="0" presId="urn:microsoft.com/office/officeart/2018/2/layout/IconVerticalSolidList"/>
    <dgm:cxn modelId="{ED7F23A1-1949-4ABB-9F96-C22989246B0C}" type="presParOf" srcId="{0BEE6ACF-24B3-4C14-A7B5-1D3E3FA58855}" destId="{1F15B1A5-2056-4CBB-BB8D-7EED9052C9FA}" srcOrd="3" destOrd="0" presId="urn:microsoft.com/office/officeart/2018/2/layout/IconVerticalSolidList"/>
    <dgm:cxn modelId="{B94404FF-97C9-4EB5-B049-7F761DCE0FF2}" type="presParOf" srcId="{FD98C186-A85D-43CE-B3D6-46B512EE9F88}" destId="{A6BA18ED-4661-43C7-A503-8299A752F665}" srcOrd="1" destOrd="0" presId="urn:microsoft.com/office/officeart/2018/2/layout/IconVerticalSolidList"/>
    <dgm:cxn modelId="{87BB8D31-3EE5-49E9-9A6C-275BCBBCFBB4}" type="presParOf" srcId="{FD98C186-A85D-43CE-B3D6-46B512EE9F88}" destId="{1FDA9423-AC6B-43EC-8A4C-CA4CBA4AC154}" srcOrd="2" destOrd="0" presId="urn:microsoft.com/office/officeart/2018/2/layout/IconVerticalSolidList"/>
    <dgm:cxn modelId="{1B5CADCB-5629-4C65-B776-A94059D30073}" type="presParOf" srcId="{1FDA9423-AC6B-43EC-8A4C-CA4CBA4AC154}" destId="{C368DB97-ACAA-4EBE-A79C-FE429597BD34}" srcOrd="0" destOrd="0" presId="urn:microsoft.com/office/officeart/2018/2/layout/IconVerticalSolidList"/>
    <dgm:cxn modelId="{CA10F84A-BDC3-4CEF-A784-0D8F4E381502}" type="presParOf" srcId="{1FDA9423-AC6B-43EC-8A4C-CA4CBA4AC154}" destId="{E8826F89-E992-41EF-B878-09023BA28776}" srcOrd="1" destOrd="0" presId="urn:microsoft.com/office/officeart/2018/2/layout/IconVerticalSolidList"/>
    <dgm:cxn modelId="{210378D1-7EE7-4952-912A-2279EA34DFAE}" type="presParOf" srcId="{1FDA9423-AC6B-43EC-8A4C-CA4CBA4AC154}" destId="{498B9F62-81A0-4482-98B3-11C443144D90}" srcOrd="2" destOrd="0" presId="urn:microsoft.com/office/officeart/2018/2/layout/IconVerticalSolidList"/>
    <dgm:cxn modelId="{E53DB2DD-4949-4E79-9B76-A8303AF7DD42}" type="presParOf" srcId="{1FDA9423-AC6B-43EC-8A4C-CA4CBA4AC154}" destId="{AED6B13E-A33B-4C94-9896-F65CDC3DADF8}" srcOrd="3" destOrd="0" presId="urn:microsoft.com/office/officeart/2018/2/layout/IconVerticalSolidList"/>
    <dgm:cxn modelId="{6A6FCA52-8C60-4BE8-8349-CB19A68334F6}" type="presParOf" srcId="{FD98C186-A85D-43CE-B3D6-46B512EE9F88}" destId="{F762B051-5CE7-4AFE-ACDB-4C2BFB0A0264}" srcOrd="3" destOrd="0" presId="urn:microsoft.com/office/officeart/2018/2/layout/IconVerticalSolidList"/>
    <dgm:cxn modelId="{3DDE5CB4-B10D-41AE-A3A1-7353FDCC8797}" type="presParOf" srcId="{FD98C186-A85D-43CE-B3D6-46B512EE9F88}" destId="{59F359A4-EE40-42CA-A19C-76FEA7147995}" srcOrd="4" destOrd="0" presId="urn:microsoft.com/office/officeart/2018/2/layout/IconVerticalSolidList"/>
    <dgm:cxn modelId="{1CEEF1E2-1091-4337-B1C9-DAD2F3902BC6}" type="presParOf" srcId="{59F359A4-EE40-42CA-A19C-76FEA7147995}" destId="{1D176176-8207-4199-9CAA-C5E57C4F064D}" srcOrd="0" destOrd="0" presId="urn:microsoft.com/office/officeart/2018/2/layout/IconVerticalSolidList"/>
    <dgm:cxn modelId="{BFE381D6-9381-45A9-82E4-49E2817A0F71}" type="presParOf" srcId="{59F359A4-EE40-42CA-A19C-76FEA7147995}" destId="{E8A2EBE2-D07F-4D82-983A-924060DDCED6}" srcOrd="1" destOrd="0" presId="urn:microsoft.com/office/officeart/2018/2/layout/IconVerticalSolidList"/>
    <dgm:cxn modelId="{ACF0C14A-EE85-42B4-963E-4D516F760191}" type="presParOf" srcId="{59F359A4-EE40-42CA-A19C-76FEA7147995}" destId="{00395E4E-3AB4-41DE-9225-8E0F238BF32F}" srcOrd="2" destOrd="0" presId="urn:microsoft.com/office/officeart/2018/2/layout/IconVerticalSolidList"/>
    <dgm:cxn modelId="{1A9C7BDF-581C-4449-8F60-5A83F3E9BB6E}" type="presParOf" srcId="{59F359A4-EE40-42CA-A19C-76FEA7147995}" destId="{018BD28E-7828-417C-8E38-43E57D4A4D28}" srcOrd="3" destOrd="0" presId="urn:microsoft.com/office/officeart/2018/2/layout/IconVerticalSolidList"/>
    <dgm:cxn modelId="{4347C492-B7C2-471C-9755-FFF312C2EB85}" type="presParOf" srcId="{FD98C186-A85D-43CE-B3D6-46B512EE9F88}" destId="{555D29CC-4D62-4976-B69B-0407E1D7B493}" srcOrd="5" destOrd="0" presId="urn:microsoft.com/office/officeart/2018/2/layout/IconVerticalSolidList"/>
    <dgm:cxn modelId="{9546F83B-D8E0-4197-80D7-0EB2DA069F13}" type="presParOf" srcId="{FD98C186-A85D-43CE-B3D6-46B512EE9F88}" destId="{D08C5B17-57BE-44EC-81B9-2164927D074C}" srcOrd="6" destOrd="0" presId="urn:microsoft.com/office/officeart/2018/2/layout/IconVerticalSolidList"/>
    <dgm:cxn modelId="{B8C62977-2DBC-481A-9056-06F8C3EE96C2}" type="presParOf" srcId="{D08C5B17-57BE-44EC-81B9-2164927D074C}" destId="{51635004-4D87-4C91-8168-CE774DA68254}" srcOrd="0" destOrd="0" presId="urn:microsoft.com/office/officeart/2018/2/layout/IconVerticalSolidList"/>
    <dgm:cxn modelId="{01541169-B49D-4D8A-9C1D-F84AD0D4DCC2}" type="presParOf" srcId="{D08C5B17-57BE-44EC-81B9-2164927D074C}" destId="{A715E710-A4A7-4BF1-967F-451A5DEC3CF9}" srcOrd="1" destOrd="0" presId="urn:microsoft.com/office/officeart/2018/2/layout/IconVerticalSolidList"/>
    <dgm:cxn modelId="{C2B11073-3F67-4497-8545-3AC556B9F651}" type="presParOf" srcId="{D08C5B17-57BE-44EC-81B9-2164927D074C}" destId="{5A5386B3-B078-4F4B-A073-E7CB5203C0B6}" srcOrd="2" destOrd="0" presId="urn:microsoft.com/office/officeart/2018/2/layout/IconVerticalSolidList"/>
    <dgm:cxn modelId="{D0EAF78D-D8DC-4FA6-87BF-A6268E9D0FAE}" type="presParOf" srcId="{D08C5B17-57BE-44EC-81B9-2164927D074C}" destId="{34090BEA-98DE-40E1-BB58-E41C54F6341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510D47B-5968-4CA0-8056-34DCDF93B22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C132225F-8484-45A3-AA5B-7965CB036238}">
      <dgm:prSet/>
      <dgm:spPr/>
      <dgm:t>
        <a:bodyPr/>
        <a:lstStyle/>
        <a:p>
          <a:r>
            <a:rPr lang="en-US"/>
            <a:t>Collecting the PFD as per P&amp;IDs. </a:t>
          </a:r>
        </a:p>
      </dgm:t>
    </dgm:pt>
    <dgm:pt modelId="{65168749-CB05-4E40-A273-5B7FBD3A7B2B}" type="parTrans" cxnId="{3BEFC347-FB38-494C-9E56-839490953215}">
      <dgm:prSet/>
      <dgm:spPr/>
      <dgm:t>
        <a:bodyPr/>
        <a:lstStyle/>
        <a:p>
          <a:endParaRPr lang="en-US"/>
        </a:p>
      </dgm:t>
    </dgm:pt>
    <dgm:pt modelId="{985DE9D7-7326-4E0B-AE33-B835FB591A9F}" type="sibTrans" cxnId="{3BEFC347-FB38-494C-9E56-839490953215}">
      <dgm:prSet/>
      <dgm:spPr/>
      <dgm:t>
        <a:bodyPr/>
        <a:lstStyle/>
        <a:p>
          <a:endParaRPr lang="en-US"/>
        </a:p>
      </dgm:t>
    </dgm:pt>
    <dgm:pt modelId="{D6E9AE2B-9B80-4FBE-B8F7-5ECCD9360EFB}">
      <dgm:prSet/>
      <dgm:spPr/>
      <dgm:t>
        <a:bodyPr/>
        <a:lstStyle/>
        <a:p>
          <a:r>
            <a:rPr lang="en-US"/>
            <a:t>Preparing the assemblies in respect to the PFD Symbols in autocad.</a:t>
          </a:r>
        </a:p>
      </dgm:t>
    </dgm:pt>
    <dgm:pt modelId="{BC178596-0848-484C-8D99-42BE5E7CC894}" type="parTrans" cxnId="{F3CBFBFF-2F1F-4443-BA3D-2F2B142B7630}">
      <dgm:prSet/>
      <dgm:spPr/>
      <dgm:t>
        <a:bodyPr/>
        <a:lstStyle/>
        <a:p>
          <a:endParaRPr lang="en-US"/>
        </a:p>
      </dgm:t>
    </dgm:pt>
    <dgm:pt modelId="{CD50F33C-26D1-4C5C-810C-7801ED579855}" type="sibTrans" cxnId="{F3CBFBFF-2F1F-4443-BA3D-2F2B142B7630}">
      <dgm:prSet/>
      <dgm:spPr/>
      <dgm:t>
        <a:bodyPr/>
        <a:lstStyle/>
        <a:p>
          <a:endParaRPr lang="en-US"/>
        </a:p>
      </dgm:t>
    </dgm:pt>
    <dgm:pt modelId="{08796E04-457E-488A-A27A-2BE6ED818AA1}" type="pres">
      <dgm:prSet presAssocID="{9510D47B-5968-4CA0-8056-34DCDF93B22B}" presName="root" presStyleCnt="0">
        <dgm:presLayoutVars>
          <dgm:dir/>
          <dgm:resizeHandles val="exact"/>
        </dgm:presLayoutVars>
      </dgm:prSet>
      <dgm:spPr/>
    </dgm:pt>
    <dgm:pt modelId="{6B48FFAE-180B-4956-BCEB-ACB1A044EED2}" type="pres">
      <dgm:prSet presAssocID="{C132225F-8484-45A3-AA5B-7965CB036238}" presName="compNode" presStyleCnt="0"/>
      <dgm:spPr/>
    </dgm:pt>
    <dgm:pt modelId="{2710DB27-B764-4BEF-A320-CA68A1258FD3}" type="pres">
      <dgm:prSet presAssocID="{C132225F-8484-45A3-AA5B-7965CB03623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8A9D7B23-74E4-43A2-BB06-4ADFFFB155CC}" type="pres">
      <dgm:prSet presAssocID="{C132225F-8484-45A3-AA5B-7965CB036238}" presName="spaceRect" presStyleCnt="0"/>
      <dgm:spPr/>
    </dgm:pt>
    <dgm:pt modelId="{1039CB25-71EC-491C-ACEC-2941BB4EBB90}" type="pres">
      <dgm:prSet presAssocID="{C132225F-8484-45A3-AA5B-7965CB036238}" presName="textRect" presStyleLbl="revTx" presStyleIdx="0" presStyleCnt="2">
        <dgm:presLayoutVars>
          <dgm:chMax val="1"/>
          <dgm:chPref val="1"/>
        </dgm:presLayoutVars>
      </dgm:prSet>
      <dgm:spPr/>
    </dgm:pt>
    <dgm:pt modelId="{96FAAD80-1BE4-49C7-85BD-184399CA0CA6}" type="pres">
      <dgm:prSet presAssocID="{985DE9D7-7326-4E0B-AE33-B835FB591A9F}" presName="sibTrans" presStyleCnt="0"/>
      <dgm:spPr/>
    </dgm:pt>
    <dgm:pt modelId="{8F4EC90F-81C3-413C-8684-5BB62F51C728}" type="pres">
      <dgm:prSet presAssocID="{D6E9AE2B-9B80-4FBE-B8F7-5ECCD9360EFB}" presName="compNode" presStyleCnt="0"/>
      <dgm:spPr/>
    </dgm:pt>
    <dgm:pt modelId="{43B38E7C-D5E4-4C11-84BA-0EB622E14AFB}" type="pres">
      <dgm:prSet presAssocID="{D6E9AE2B-9B80-4FBE-B8F7-5ECCD9360EF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DDFC32F8-F3C4-4E3A-B36B-7BE4FB1B91C3}" type="pres">
      <dgm:prSet presAssocID="{D6E9AE2B-9B80-4FBE-B8F7-5ECCD9360EFB}" presName="spaceRect" presStyleCnt="0"/>
      <dgm:spPr/>
    </dgm:pt>
    <dgm:pt modelId="{E3781100-CE02-417C-80E0-35629777271A}" type="pres">
      <dgm:prSet presAssocID="{D6E9AE2B-9B80-4FBE-B8F7-5ECCD9360EFB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18D19E3F-B44C-4825-901B-95F8750D6A97}" type="presOf" srcId="{9510D47B-5968-4CA0-8056-34DCDF93B22B}" destId="{08796E04-457E-488A-A27A-2BE6ED818AA1}" srcOrd="0" destOrd="0" presId="urn:microsoft.com/office/officeart/2018/2/layout/IconLabelList"/>
    <dgm:cxn modelId="{3BEFC347-FB38-494C-9E56-839490953215}" srcId="{9510D47B-5968-4CA0-8056-34DCDF93B22B}" destId="{C132225F-8484-45A3-AA5B-7965CB036238}" srcOrd="0" destOrd="0" parTransId="{65168749-CB05-4E40-A273-5B7FBD3A7B2B}" sibTransId="{985DE9D7-7326-4E0B-AE33-B835FB591A9F}"/>
    <dgm:cxn modelId="{5F49A9D8-C432-49F0-8C88-D2F829FA2BE9}" type="presOf" srcId="{C132225F-8484-45A3-AA5B-7965CB036238}" destId="{1039CB25-71EC-491C-ACEC-2941BB4EBB90}" srcOrd="0" destOrd="0" presId="urn:microsoft.com/office/officeart/2018/2/layout/IconLabelList"/>
    <dgm:cxn modelId="{8BEFABEC-60ED-48E3-BB18-CC59AA065C69}" type="presOf" srcId="{D6E9AE2B-9B80-4FBE-B8F7-5ECCD9360EFB}" destId="{E3781100-CE02-417C-80E0-35629777271A}" srcOrd="0" destOrd="0" presId="urn:microsoft.com/office/officeart/2018/2/layout/IconLabelList"/>
    <dgm:cxn modelId="{F3CBFBFF-2F1F-4443-BA3D-2F2B142B7630}" srcId="{9510D47B-5968-4CA0-8056-34DCDF93B22B}" destId="{D6E9AE2B-9B80-4FBE-B8F7-5ECCD9360EFB}" srcOrd="1" destOrd="0" parTransId="{BC178596-0848-484C-8D99-42BE5E7CC894}" sibTransId="{CD50F33C-26D1-4C5C-810C-7801ED579855}"/>
    <dgm:cxn modelId="{FEB49551-7A3F-4C8D-81B5-5990790548AB}" type="presParOf" srcId="{08796E04-457E-488A-A27A-2BE6ED818AA1}" destId="{6B48FFAE-180B-4956-BCEB-ACB1A044EED2}" srcOrd="0" destOrd="0" presId="urn:microsoft.com/office/officeart/2018/2/layout/IconLabelList"/>
    <dgm:cxn modelId="{1FF7C3EF-AFE2-4337-8455-3FE61642A4FE}" type="presParOf" srcId="{6B48FFAE-180B-4956-BCEB-ACB1A044EED2}" destId="{2710DB27-B764-4BEF-A320-CA68A1258FD3}" srcOrd="0" destOrd="0" presId="urn:microsoft.com/office/officeart/2018/2/layout/IconLabelList"/>
    <dgm:cxn modelId="{F4DF44D3-56C6-425E-AC4A-F975CB1ACE47}" type="presParOf" srcId="{6B48FFAE-180B-4956-BCEB-ACB1A044EED2}" destId="{8A9D7B23-74E4-43A2-BB06-4ADFFFB155CC}" srcOrd="1" destOrd="0" presId="urn:microsoft.com/office/officeart/2018/2/layout/IconLabelList"/>
    <dgm:cxn modelId="{EFB6A540-5690-4038-B2FD-037F1A78F2D6}" type="presParOf" srcId="{6B48FFAE-180B-4956-BCEB-ACB1A044EED2}" destId="{1039CB25-71EC-491C-ACEC-2941BB4EBB90}" srcOrd="2" destOrd="0" presId="urn:microsoft.com/office/officeart/2018/2/layout/IconLabelList"/>
    <dgm:cxn modelId="{EC391B8F-B7A1-49A7-935D-A76DDDC1AA05}" type="presParOf" srcId="{08796E04-457E-488A-A27A-2BE6ED818AA1}" destId="{96FAAD80-1BE4-49C7-85BD-184399CA0CA6}" srcOrd="1" destOrd="0" presId="urn:microsoft.com/office/officeart/2018/2/layout/IconLabelList"/>
    <dgm:cxn modelId="{D0301DE4-AF9E-4FD1-A47D-A581CAB79545}" type="presParOf" srcId="{08796E04-457E-488A-A27A-2BE6ED818AA1}" destId="{8F4EC90F-81C3-413C-8684-5BB62F51C728}" srcOrd="2" destOrd="0" presId="urn:microsoft.com/office/officeart/2018/2/layout/IconLabelList"/>
    <dgm:cxn modelId="{8F81C5E8-91D1-409C-9F74-B6DF5C85DD26}" type="presParOf" srcId="{8F4EC90F-81C3-413C-8684-5BB62F51C728}" destId="{43B38E7C-D5E4-4C11-84BA-0EB622E14AFB}" srcOrd="0" destOrd="0" presId="urn:microsoft.com/office/officeart/2018/2/layout/IconLabelList"/>
    <dgm:cxn modelId="{D3218839-3889-447A-982F-BD9C55296639}" type="presParOf" srcId="{8F4EC90F-81C3-413C-8684-5BB62F51C728}" destId="{DDFC32F8-F3C4-4E3A-B36B-7BE4FB1B91C3}" srcOrd="1" destOrd="0" presId="urn:microsoft.com/office/officeart/2018/2/layout/IconLabelList"/>
    <dgm:cxn modelId="{9857FA81-5813-49C4-8CA1-ED875AA3E18F}" type="presParOf" srcId="{8F4EC90F-81C3-413C-8684-5BB62F51C728}" destId="{E3781100-CE02-417C-80E0-35629777271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A03DDF-DC53-49FD-9811-C86E03C98C04}">
      <dsp:nvSpPr>
        <dsp:cNvPr id="0" name=""/>
        <dsp:cNvSpPr/>
      </dsp:nvSpPr>
      <dsp:spPr>
        <a:xfrm>
          <a:off x="0" y="665"/>
          <a:ext cx="6290226" cy="15561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BDBA91-157B-469D-8033-542871076262}">
      <dsp:nvSpPr>
        <dsp:cNvPr id="0" name=""/>
        <dsp:cNvSpPr/>
      </dsp:nvSpPr>
      <dsp:spPr>
        <a:xfrm>
          <a:off x="470725" y="350791"/>
          <a:ext cx="855865" cy="85586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36F8DE-B085-4CAE-9432-433C27A0332D}">
      <dsp:nvSpPr>
        <dsp:cNvPr id="0" name=""/>
        <dsp:cNvSpPr/>
      </dsp:nvSpPr>
      <dsp:spPr>
        <a:xfrm>
          <a:off x="1797316" y="665"/>
          <a:ext cx="4492909" cy="1556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689" tIns="164689" rIns="164689" bIns="16468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Mr. Sharique briefing the ADNOC AI Projects to us.</a:t>
          </a:r>
        </a:p>
      </dsp:txBody>
      <dsp:txXfrm>
        <a:off x="1797316" y="665"/>
        <a:ext cx="4492909" cy="1556118"/>
      </dsp:txXfrm>
    </dsp:sp>
    <dsp:sp modelId="{D207E864-0D95-4A8C-AEA0-98240D8CAE54}">
      <dsp:nvSpPr>
        <dsp:cNvPr id="0" name=""/>
        <dsp:cNvSpPr/>
      </dsp:nvSpPr>
      <dsp:spPr>
        <a:xfrm>
          <a:off x="0" y="1945813"/>
          <a:ext cx="6290226" cy="15561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76CDE8-BE72-4B1F-99AA-B07D3D1AA063}">
      <dsp:nvSpPr>
        <dsp:cNvPr id="0" name=""/>
        <dsp:cNvSpPr/>
      </dsp:nvSpPr>
      <dsp:spPr>
        <a:xfrm>
          <a:off x="470725" y="2295939"/>
          <a:ext cx="855865" cy="85586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02C5F3-2418-4DFA-ABBE-DC5DCA070B93}">
      <dsp:nvSpPr>
        <dsp:cNvPr id="0" name=""/>
        <dsp:cNvSpPr/>
      </dsp:nvSpPr>
      <dsp:spPr>
        <a:xfrm>
          <a:off x="1797316" y="1945813"/>
          <a:ext cx="4492909" cy="1556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689" tIns="164689" rIns="164689" bIns="16468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Provide the information regarding ADNOC AI Project Phase 1.</a:t>
          </a:r>
        </a:p>
      </dsp:txBody>
      <dsp:txXfrm>
        <a:off x="1797316" y="1945813"/>
        <a:ext cx="4492909" cy="1556118"/>
      </dsp:txXfrm>
    </dsp:sp>
    <dsp:sp modelId="{D8A51369-05B7-413B-BFFC-06EB0B8323D3}">
      <dsp:nvSpPr>
        <dsp:cNvPr id="0" name=""/>
        <dsp:cNvSpPr/>
      </dsp:nvSpPr>
      <dsp:spPr>
        <a:xfrm>
          <a:off x="0" y="3890961"/>
          <a:ext cx="6290226" cy="15561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BBA9A9-F6EB-4DEE-ACF2-A87278629B63}">
      <dsp:nvSpPr>
        <dsp:cNvPr id="0" name=""/>
        <dsp:cNvSpPr/>
      </dsp:nvSpPr>
      <dsp:spPr>
        <a:xfrm>
          <a:off x="470725" y="4241088"/>
          <a:ext cx="855865" cy="85586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084D8C-97D7-4A35-8059-0A0C072E162E}">
      <dsp:nvSpPr>
        <dsp:cNvPr id="0" name=""/>
        <dsp:cNvSpPr/>
      </dsp:nvSpPr>
      <dsp:spPr>
        <a:xfrm>
          <a:off x="1797316" y="3890961"/>
          <a:ext cx="4492909" cy="1556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689" tIns="164689" rIns="164689" bIns="16468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Mr. Sharique guide to process team about how collecting Project’s data from document control team &amp; Project folder structure.</a:t>
          </a:r>
        </a:p>
      </dsp:txBody>
      <dsp:txXfrm>
        <a:off x="1797316" y="3890961"/>
        <a:ext cx="4492909" cy="15561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97C3DF-CDC2-44C8-BCF5-77E3C6C24D3A}">
      <dsp:nvSpPr>
        <dsp:cNvPr id="0" name=""/>
        <dsp:cNvSpPr/>
      </dsp:nvSpPr>
      <dsp:spPr>
        <a:xfrm>
          <a:off x="0" y="2660"/>
          <a:ext cx="6290226" cy="0"/>
        </a:xfrm>
        <a:prstGeom prst="line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4D39F1-0BBF-4462-9A2B-A3035E3D7BED}">
      <dsp:nvSpPr>
        <dsp:cNvPr id="0" name=""/>
        <dsp:cNvSpPr/>
      </dsp:nvSpPr>
      <dsp:spPr>
        <a:xfrm>
          <a:off x="0" y="2660"/>
          <a:ext cx="6290226" cy="907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Getting information about ADNOC Multiple Projects.</a:t>
          </a:r>
        </a:p>
      </dsp:txBody>
      <dsp:txXfrm>
        <a:off x="0" y="2660"/>
        <a:ext cx="6290226" cy="907070"/>
      </dsp:txXfrm>
    </dsp:sp>
    <dsp:sp modelId="{6C1EBEDD-21A8-4B67-A814-0B9DFA7BCB0E}">
      <dsp:nvSpPr>
        <dsp:cNvPr id="0" name=""/>
        <dsp:cNvSpPr/>
      </dsp:nvSpPr>
      <dsp:spPr>
        <a:xfrm>
          <a:off x="0" y="909730"/>
          <a:ext cx="6290226" cy="0"/>
        </a:xfrm>
        <a:prstGeom prst="line">
          <a:avLst/>
        </a:prstGeom>
        <a:solidFill>
          <a:schemeClr val="accent1">
            <a:shade val="80000"/>
            <a:hueOff val="-15284"/>
            <a:satOff val="-1056"/>
            <a:lumOff val="5813"/>
            <a:alphaOff val="0"/>
          </a:schemeClr>
        </a:solidFill>
        <a:ln w="12700" cap="flat" cmpd="sng" algn="ctr">
          <a:solidFill>
            <a:schemeClr val="accent1">
              <a:shade val="80000"/>
              <a:hueOff val="-15284"/>
              <a:satOff val="-1056"/>
              <a:lumOff val="581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59B6BF-7A1B-4550-B7A4-60CCA9DDA55C}">
      <dsp:nvSpPr>
        <dsp:cNvPr id="0" name=""/>
        <dsp:cNvSpPr/>
      </dsp:nvSpPr>
      <dsp:spPr>
        <a:xfrm>
          <a:off x="0" y="909730"/>
          <a:ext cx="6290226" cy="907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Prepare Excel ADNOC Multiple Projects Data. </a:t>
          </a:r>
        </a:p>
      </dsp:txBody>
      <dsp:txXfrm>
        <a:off x="0" y="909730"/>
        <a:ext cx="6290226" cy="907070"/>
      </dsp:txXfrm>
    </dsp:sp>
    <dsp:sp modelId="{C359FA8D-AB49-41D0-937B-06DD15C4C125}">
      <dsp:nvSpPr>
        <dsp:cNvPr id="0" name=""/>
        <dsp:cNvSpPr/>
      </dsp:nvSpPr>
      <dsp:spPr>
        <a:xfrm>
          <a:off x="0" y="1816801"/>
          <a:ext cx="6290226" cy="0"/>
        </a:xfrm>
        <a:prstGeom prst="line">
          <a:avLst/>
        </a:prstGeom>
        <a:solidFill>
          <a:schemeClr val="accent1">
            <a:shade val="80000"/>
            <a:hueOff val="-30567"/>
            <a:satOff val="-2112"/>
            <a:lumOff val="11626"/>
            <a:alphaOff val="0"/>
          </a:schemeClr>
        </a:solidFill>
        <a:ln w="12700" cap="flat" cmpd="sng" algn="ctr">
          <a:solidFill>
            <a:schemeClr val="accent1">
              <a:shade val="80000"/>
              <a:hueOff val="-30567"/>
              <a:satOff val="-2112"/>
              <a:lumOff val="1162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7AE2DC-2A8A-4347-8C5D-8221F9823AA5}">
      <dsp:nvSpPr>
        <dsp:cNvPr id="0" name=""/>
        <dsp:cNvSpPr/>
      </dsp:nvSpPr>
      <dsp:spPr>
        <a:xfrm>
          <a:off x="0" y="1816801"/>
          <a:ext cx="6290226" cy="907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Collecting the process data from Wrench &amp; R drive as per excel sheet.</a:t>
          </a:r>
        </a:p>
      </dsp:txBody>
      <dsp:txXfrm>
        <a:off x="0" y="1816801"/>
        <a:ext cx="6290226" cy="907070"/>
      </dsp:txXfrm>
    </dsp:sp>
    <dsp:sp modelId="{1C31C24F-2677-48A0-9A9F-44D0995960CC}">
      <dsp:nvSpPr>
        <dsp:cNvPr id="0" name=""/>
        <dsp:cNvSpPr/>
      </dsp:nvSpPr>
      <dsp:spPr>
        <a:xfrm>
          <a:off x="0" y="2723872"/>
          <a:ext cx="6290226" cy="0"/>
        </a:xfrm>
        <a:prstGeom prst="line">
          <a:avLst/>
        </a:prstGeom>
        <a:solidFill>
          <a:schemeClr val="accent1">
            <a:shade val="80000"/>
            <a:hueOff val="-45851"/>
            <a:satOff val="-3167"/>
            <a:lumOff val="17440"/>
            <a:alphaOff val="0"/>
          </a:schemeClr>
        </a:solidFill>
        <a:ln w="12700" cap="flat" cmpd="sng" algn="ctr">
          <a:solidFill>
            <a:schemeClr val="accent1">
              <a:shade val="80000"/>
              <a:hueOff val="-45851"/>
              <a:satOff val="-3167"/>
              <a:lumOff val="1744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645F93-AE0A-4E71-A0F2-11779554E037}">
      <dsp:nvSpPr>
        <dsp:cNvPr id="0" name=""/>
        <dsp:cNvSpPr/>
      </dsp:nvSpPr>
      <dsp:spPr>
        <a:xfrm>
          <a:off x="0" y="2723872"/>
          <a:ext cx="6290226" cy="907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Separating all documents as per Project wise (ADNOC Onshore, ADNOC Offshore , ADNOC Gas, ADNOC LNG, ADNOC Distribution &amp; ADNOC REFINING. </a:t>
          </a:r>
        </a:p>
      </dsp:txBody>
      <dsp:txXfrm>
        <a:off x="0" y="2723872"/>
        <a:ext cx="6290226" cy="907070"/>
      </dsp:txXfrm>
    </dsp:sp>
    <dsp:sp modelId="{9BF460BD-C6BA-4B6F-9C21-B25E0D579F2A}">
      <dsp:nvSpPr>
        <dsp:cNvPr id="0" name=""/>
        <dsp:cNvSpPr/>
      </dsp:nvSpPr>
      <dsp:spPr>
        <a:xfrm>
          <a:off x="0" y="3630943"/>
          <a:ext cx="6290226" cy="0"/>
        </a:xfrm>
        <a:prstGeom prst="line">
          <a:avLst/>
        </a:prstGeom>
        <a:solidFill>
          <a:schemeClr val="accent1">
            <a:shade val="80000"/>
            <a:hueOff val="-61134"/>
            <a:satOff val="-4223"/>
            <a:lumOff val="23253"/>
            <a:alphaOff val="0"/>
          </a:schemeClr>
        </a:solidFill>
        <a:ln w="12700" cap="flat" cmpd="sng" algn="ctr">
          <a:solidFill>
            <a:schemeClr val="accent1">
              <a:shade val="80000"/>
              <a:hueOff val="-61134"/>
              <a:satOff val="-4223"/>
              <a:lumOff val="2325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7AFF3D-BF83-4897-A1AB-1D6A24338CCE}">
      <dsp:nvSpPr>
        <dsp:cNvPr id="0" name=""/>
        <dsp:cNvSpPr/>
      </dsp:nvSpPr>
      <dsp:spPr>
        <a:xfrm>
          <a:off x="0" y="3630943"/>
          <a:ext cx="6290226" cy="907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Collect other projects data (ADOC &amp; BOROUGH).</a:t>
          </a:r>
        </a:p>
      </dsp:txBody>
      <dsp:txXfrm>
        <a:off x="0" y="3630943"/>
        <a:ext cx="6290226" cy="907070"/>
      </dsp:txXfrm>
    </dsp:sp>
    <dsp:sp modelId="{A79BF4DB-6532-4409-90AE-885E2768F903}">
      <dsp:nvSpPr>
        <dsp:cNvPr id="0" name=""/>
        <dsp:cNvSpPr/>
      </dsp:nvSpPr>
      <dsp:spPr>
        <a:xfrm>
          <a:off x="0" y="4538014"/>
          <a:ext cx="6290226" cy="0"/>
        </a:xfrm>
        <a:prstGeom prst="line">
          <a:avLst/>
        </a:prstGeom>
        <a:solidFill>
          <a:schemeClr val="accent1">
            <a:shade val="80000"/>
            <a:hueOff val="-76418"/>
            <a:satOff val="-5279"/>
            <a:lumOff val="29066"/>
            <a:alphaOff val="0"/>
          </a:schemeClr>
        </a:solidFill>
        <a:ln w="12700" cap="flat" cmpd="sng" algn="ctr">
          <a:solidFill>
            <a:schemeClr val="accent1">
              <a:shade val="80000"/>
              <a:hueOff val="-76418"/>
              <a:satOff val="-5279"/>
              <a:lumOff val="2906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033F4C-8D99-4F84-9A8C-B640673519D1}">
      <dsp:nvSpPr>
        <dsp:cNvPr id="0" name=""/>
        <dsp:cNvSpPr/>
      </dsp:nvSpPr>
      <dsp:spPr>
        <a:xfrm>
          <a:off x="0" y="4538014"/>
          <a:ext cx="6290226" cy="907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Separating the P&amp;IDs as per Guidelines.</a:t>
          </a:r>
        </a:p>
      </dsp:txBody>
      <dsp:txXfrm>
        <a:off x="0" y="4538014"/>
        <a:ext cx="6290226" cy="9070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E75796-1E5D-4080-B39D-DB0BABE4C2E2}">
      <dsp:nvSpPr>
        <dsp:cNvPr id="0" name=""/>
        <dsp:cNvSpPr/>
      </dsp:nvSpPr>
      <dsp:spPr>
        <a:xfrm>
          <a:off x="2866395" y="679531"/>
          <a:ext cx="52323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3234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14167" y="722482"/>
        <a:ext cx="27691" cy="5538"/>
      </dsp:txXfrm>
    </dsp:sp>
    <dsp:sp modelId="{DDD412F9-7286-4215-BE98-AFBF81B97A90}">
      <dsp:nvSpPr>
        <dsp:cNvPr id="0" name=""/>
        <dsp:cNvSpPr/>
      </dsp:nvSpPr>
      <dsp:spPr>
        <a:xfrm>
          <a:off x="460218" y="2858"/>
          <a:ext cx="2407977" cy="144478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7993" tIns="123854" rIns="117993" bIns="12385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Roboflow Software Training.</a:t>
          </a:r>
        </a:p>
      </dsp:txBody>
      <dsp:txXfrm>
        <a:off x="460218" y="2858"/>
        <a:ext cx="2407977" cy="1444786"/>
      </dsp:txXfrm>
    </dsp:sp>
    <dsp:sp modelId="{BDA7CB44-202D-4261-9C14-9879AC73D599}">
      <dsp:nvSpPr>
        <dsp:cNvPr id="0" name=""/>
        <dsp:cNvSpPr/>
      </dsp:nvSpPr>
      <dsp:spPr>
        <a:xfrm>
          <a:off x="1664207" y="1445844"/>
          <a:ext cx="2961811" cy="523234"/>
        </a:xfrm>
        <a:custGeom>
          <a:avLst/>
          <a:gdLst/>
          <a:ahLst/>
          <a:cxnLst/>
          <a:rect l="0" t="0" r="0" b="0"/>
          <a:pathLst>
            <a:path>
              <a:moveTo>
                <a:pt x="2961811" y="0"/>
              </a:moveTo>
              <a:lnTo>
                <a:pt x="2961811" y="278717"/>
              </a:lnTo>
              <a:lnTo>
                <a:pt x="0" y="278717"/>
              </a:lnTo>
              <a:lnTo>
                <a:pt x="0" y="523234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69784" y="1704692"/>
        <a:ext cx="150657" cy="5538"/>
      </dsp:txXfrm>
    </dsp:sp>
    <dsp:sp modelId="{B96310B5-8D1C-4880-810B-824052D02D4A}">
      <dsp:nvSpPr>
        <dsp:cNvPr id="0" name=""/>
        <dsp:cNvSpPr/>
      </dsp:nvSpPr>
      <dsp:spPr>
        <a:xfrm>
          <a:off x="3422030" y="2858"/>
          <a:ext cx="2407977" cy="144478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7993" tIns="123854" rIns="117993" bIns="12385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Roboflow P&amp;IDs Data Prepration. </a:t>
          </a:r>
        </a:p>
      </dsp:txBody>
      <dsp:txXfrm>
        <a:off x="3422030" y="2858"/>
        <a:ext cx="2407977" cy="1444786"/>
      </dsp:txXfrm>
    </dsp:sp>
    <dsp:sp modelId="{C5760D10-347F-4D58-AE44-09280B3B88EC}">
      <dsp:nvSpPr>
        <dsp:cNvPr id="0" name=""/>
        <dsp:cNvSpPr/>
      </dsp:nvSpPr>
      <dsp:spPr>
        <a:xfrm>
          <a:off x="2866395" y="2678152"/>
          <a:ext cx="52323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3234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14167" y="2721103"/>
        <a:ext cx="27691" cy="5538"/>
      </dsp:txXfrm>
    </dsp:sp>
    <dsp:sp modelId="{1D922E84-E587-4619-8A7C-265CA6218E1F}">
      <dsp:nvSpPr>
        <dsp:cNvPr id="0" name=""/>
        <dsp:cNvSpPr/>
      </dsp:nvSpPr>
      <dsp:spPr>
        <a:xfrm>
          <a:off x="460218" y="2001479"/>
          <a:ext cx="2407977" cy="144478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7993" tIns="123854" rIns="117993" bIns="12385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Prepare the legend sheet for the </a:t>
          </a:r>
          <a:r>
            <a:rPr lang="en-US" sz="1700" kern="1200" dirty="0" err="1"/>
            <a:t>Roboflow</a:t>
          </a:r>
          <a:r>
            <a:rPr lang="en-US" sz="1700" kern="1200" dirty="0"/>
            <a:t> Class name. </a:t>
          </a:r>
        </a:p>
      </dsp:txBody>
      <dsp:txXfrm>
        <a:off x="460218" y="2001479"/>
        <a:ext cx="2407977" cy="1444786"/>
      </dsp:txXfrm>
    </dsp:sp>
    <dsp:sp modelId="{0FF759C2-4624-4883-AB95-191436D97350}">
      <dsp:nvSpPr>
        <dsp:cNvPr id="0" name=""/>
        <dsp:cNvSpPr/>
      </dsp:nvSpPr>
      <dsp:spPr>
        <a:xfrm>
          <a:off x="1664207" y="3444465"/>
          <a:ext cx="2961811" cy="523234"/>
        </a:xfrm>
        <a:custGeom>
          <a:avLst/>
          <a:gdLst/>
          <a:ahLst/>
          <a:cxnLst/>
          <a:rect l="0" t="0" r="0" b="0"/>
          <a:pathLst>
            <a:path>
              <a:moveTo>
                <a:pt x="2961811" y="0"/>
              </a:moveTo>
              <a:lnTo>
                <a:pt x="2961811" y="278717"/>
              </a:lnTo>
              <a:lnTo>
                <a:pt x="0" y="278717"/>
              </a:lnTo>
              <a:lnTo>
                <a:pt x="0" y="523234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69784" y="3703313"/>
        <a:ext cx="150657" cy="5538"/>
      </dsp:txXfrm>
    </dsp:sp>
    <dsp:sp modelId="{1BD08D47-FE3B-40C2-A796-FF62ABDCE792}">
      <dsp:nvSpPr>
        <dsp:cNvPr id="0" name=""/>
        <dsp:cNvSpPr/>
      </dsp:nvSpPr>
      <dsp:spPr>
        <a:xfrm>
          <a:off x="3422030" y="2001479"/>
          <a:ext cx="2407977" cy="144478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7993" tIns="123854" rIns="117993" bIns="12385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Start the annotation work on Pump &amp; Vessel P&amp;IDs. </a:t>
          </a:r>
        </a:p>
      </dsp:txBody>
      <dsp:txXfrm>
        <a:off x="3422030" y="2001479"/>
        <a:ext cx="2407977" cy="1444786"/>
      </dsp:txXfrm>
    </dsp:sp>
    <dsp:sp modelId="{6F7E4F71-5A7D-44A7-9698-997778A78E5B}">
      <dsp:nvSpPr>
        <dsp:cNvPr id="0" name=""/>
        <dsp:cNvSpPr/>
      </dsp:nvSpPr>
      <dsp:spPr>
        <a:xfrm>
          <a:off x="2866395" y="4676773"/>
          <a:ext cx="52323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3234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14167" y="4719724"/>
        <a:ext cx="27691" cy="5538"/>
      </dsp:txXfrm>
    </dsp:sp>
    <dsp:sp modelId="{4F0F73D6-6BD6-44F9-8FA6-F5A7EEAE17D5}">
      <dsp:nvSpPr>
        <dsp:cNvPr id="0" name=""/>
        <dsp:cNvSpPr/>
      </dsp:nvSpPr>
      <dsp:spPr>
        <a:xfrm>
          <a:off x="460218" y="4000100"/>
          <a:ext cx="2407977" cy="144478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7993" tIns="123854" rIns="117993" bIns="12385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Fixing the errors while Annotating the P&amp;IDs. </a:t>
          </a:r>
        </a:p>
      </dsp:txBody>
      <dsp:txXfrm>
        <a:off x="460218" y="4000100"/>
        <a:ext cx="2407977" cy="1444786"/>
      </dsp:txXfrm>
    </dsp:sp>
    <dsp:sp modelId="{C0875ADE-3BF8-4AC6-8485-2CC2064F1045}">
      <dsp:nvSpPr>
        <dsp:cNvPr id="0" name=""/>
        <dsp:cNvSpPr/>
      </dsp:nvSpPr>
      <dsp:spPr>
        <a:xfrm>
          <a:off x="3422030" y="4000100"/>
          <a:ext cx="2407977" cy="144478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7993" tIns="123854" rIns="117993" bIns="12385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Export the YOLO files for the Output and fixe the errors &amp; Starting Re-Annotating. </a:t>
          </a:r>
        </a:p>
      </dsp:txBody>
      <dsp:txXfrm>
        <a:off x="3422030" y="4000100"/>
        <a:ext cx="2407977" cy="144478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012A36-45D3-4A3C-9B6A-043BED51D349}">
      <dsp:nvSpPr>
        <dsp:cNvPr id="0" name=""/>
        <dsp:cNvSpPr/>
      </dsp:nvSpPr>
      <dsp:spPr>
        <a:xfrm>
          <a:off x="712197" y="620752"/>
          <a:ext cx="1063698" cy="106369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7DF401-C66B-4154-A393-816445C66F22}">
      <dsp:nvSpPr>
        <dsp:cNvPr id="0" name=""/>
        <dsp:cNvSpPr/>
      </dsp:nvSpPr>
      <dsp:spPr>
        <a:xfrm>
          <a:off x="62159" y="1999347"/>
          <a:ext cx="2363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Taking Data SEER &amp; PNID.IO online tool Training. </a:t>
          </a:r>
        </a:p>
      </dsp:txBody>
      <dsp:txXfrm>
        <a:off x="62159" y="1999347"/>
        <a:ext cx="2363775" cy="720000"/>
      </dsp:txXfrm>
    </dsp:sp>
    <dsp:sp modelId="{6D6E7C41-9AF2-4A8C-AFBC-05AADC068CB0}">
      <dsp:nvSpPr>
        <dsp:cNvPr id="0" name=""/>
        <dsp:cNvSpPr/>
      </dsp:nvSpPr>
      <dsp:spPr>
        <a:xfrm>
          <a:off x="3489632" y="620752"/>
          <a:ext cx="1063698" cy="106369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A523A8-C5D2-468D-A186-FF9164AD0F4C}">
      <dsp:nvSpPr>
        <dsp:cNvPr id="0" name=""/>
        <dsp:cNvSpPr/>
      </dsp:nvSpPr>
      <dsp:spPr>
        <a:xfrm>
          <a:off x="2839594" y="1999347"/>
          <a:ext cx="2363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Learn and Fixed the OCR Errors. </a:t>
          </a:r>
        </a:p>
      </dsp:txBody>
      <dsp:txXfrm>
        <a:off x="2839594" y="1999347"/>
        <a:ext cx="2363775" cy="720000"/>
      </dsp:txXfrm>
    </dsp:sp>
    <dsp:sp modelId="{7C6A8065-411D-46B9-AD7B-FF2E0A12762C}">
      <dsp:nvSpPr>
        <dsp:cNvPr id="0" name=""/>
        <dsp:cNvSpPr/>
      </dsp:nvSpPr>
      <dsp:spPr>
        <a:xfrm>
          <a:off x="6267068" y="620752"/>
          <a:ext cx="1063698" cy="106369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7D8A72-4AB8-46B1-9DD7-EC8D005DE5F1}">
      <dsp:nvSpPr>
        <dsp:cNvPr id="0" name=""/>
        <dsp:cNvSpPr/>
      </dsp:nvSpPr>
      <dsp:spPr>
        <a:xfrm>
          <a:off x="5617030" y="1999347"/>
          <a:ext cx="2363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Taking information regarding how to detect the Process &amp; Instrumentation lines. </a:t>
          </a:r>
        </a:p>
      </dsp:txBody>
      <dsp:txXfrm>
        <a:off x="5617030" y="1999347"/>
        <a:ext cx="2363775" cy="720000"/>
      </dsp:txXfrm>
    </dsp:sp>
    <dsp:sp modelId="{BEC02568-510A-412F-AF3D-9818EDF479E0}">
      <dsp:nvSpPr>
        <dsp:cNvPr id="0" name=""/>
        <dsp:cNvSpPr/>
      </dsp:nvSpPr>
      <dsp:spPr>
        <a:xfrm>
          <a:off x="9044504" y="620752"/>
          <a:ext cx="1063698" cy="106369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2C888D-1A02-4801-A122-B91A2264EAB3}">
      <dsp:nvSpPr>
        <dsp:cNvPr id="0" name=""/>
        <dsp:cNvSpPr/>
      </dsp:nvSpPr>
      <dsp:spPr>
        <a:xfrm>
          <a:off x="8394465" y="1999347"/>
          <a:ext cx="2363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Reading Reformation research paper &amp; Prepare the Presentation. </a:t>
          </a:r>
        </a:p>
      </dsp:txBody>
      <dsp:txXfrm>
        <a:off x="8394465" y="1999347"/>
        <a:ext cx="2363775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2A87CE-BE94-4660-A285-7ED7ABD88FAC}">
      <dsp:nvSpPr>
        <dsp:cNvPr id="0" name=""/>
        <dsp:cNvSpPr/>
      </dsp:nvSpPr>
      <dsp:spPr>
        <a:xfrm>
          <a:off x="0" y="0"/>
          <a:ext cx="629022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9C42A8-8C71-470B-967A-4C323BBD3747}">
      <dsp:nvSpPr>
        <dsp:cNvPr id="0" name=""/>
        <dsp:cNvSpPr/>
      </dsp:nvSpPr>
      <dsp:spPr>
        <a:xfrm>
          <a:off x="0" y="0"/>
          <a:ext cx="6290226" cy="13619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Provide the Process data as per the model requirements. </a:t>
          </a:r>
        </a:p>
      </dsp:txBody>
      <dsp:txXfrm>
        <a:off x="0" y="0"/>
        <a:ext cx="6290226" cy="1361936"/>
      </dsp:txXfrm>
    </dsp:sp>
    <dsp:sp modelId="{C4D3CF9A-8446-49AB-9516-F2DA3B7B37D8}">
      <dsp:nvSpPr>
        <dsp:cNvPr id="0" name=""/>
        <dsp:cNvSpPr/>
      </dsp:nvSpPr>
      <dsp:spPr>
        <a:xfrm>
          <a:off x="0" y="1361936"/>
          <a:ext cx="629022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BFF0F9-87C9-42B6-8617-08DC02D81818}">
      <dsp:nvSpPr>
        <dsp:cNvPr id="0" name=""/>
        <dsp:cNvSpPr/>
      </dsp:nvSpPr>
      <dsp:spPr>
        <a:xfrm>
          <a:off x="0" y="1361936"/>
          <a:ext cx="6290226" cy="13619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Prepare folder structure and send to developer as per requirements. </a:t>
          </a:r>
        </a:p>
      </dsp:txBody>
      <dsp:txXfrm>
        <a:off x="0" y="1361936"/>
        <a:ext cx="6290226" cy="1361936"/>
      </dsp:txXfrm>
    </dsp:sp>
    <dsp:sp modelId="{39912ABF-31F2-4810-A85F-D8273CAFCFAA}">
      <dsp:nvSpPr>
        <dsp:cNvPr id="0" name=""/>
        <dsp:cNvSpPr/>
      </dsp:nvSpPr>
      <dsp:spPr>
        <a:xfrm>
          <a:off x="0" y="2723872"/>
          <a:ext cx="629022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EE3262-0C63-409F-99C0-DE4E4E374B3F}">
      <dsp:nvSpPr>
        <dsp:cNvPr id="0" name=""/>
        <dsp:cNvSpPr/>
      </dsp:nvSpPr>
      <dsp:spPr>
        <a:xfrm>
          <a:off x="0" y="2723872"/>
          <a:ext cx="6290226" cy="13619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Creating Error in P&amp;IDs for Trial run. </a:t>
          </a:r>
        </a:p>
      </dsp:txBody>
      <dsp:txXfrm>
        <a:off x="0" y="2723872"/>
        <a:ext cx="6290226" cy="1361936"/>
      </dsp:txXfrm>
    </dsp:sp>
    <dsp:sp modelId="{A0A40E91-8458-4876-B2FA-D28998C2F13A}">
      <dsp:nvSpPr>
        <dsp:cNvPr id="0" name=""/>
        <dsp:cNvSpPr/>
      </dsp:nvSpPr>
      <dsp:spPr>
        <a:xfrm>
          <a:off x="0" y="4085808"/>
          <a:ext cx="629022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3BCB2D-CC3C-4EB6-ACAF-35578F4F7841}">
      <dsp:nvSpPr>
        <dsp:cNvPr id="0" name=""/>
        <dsp:cNvSpPr/>
      </dsp:nvSpPr>
      <dsp:spPr>
        <a:xfrm>
          <a:off x="0" y="4085808"/>
          <a:ext cx="6290226" cy="13619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Checking the EDRS output.</a:t>
          </a:r>
        </a:p>
      </dsp:txBody>
      <dsp:txXfrm>
        <a:off x="0" y="4085808"/>
        <a:ext cx="6290226" cy="136193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850B92-FF3B-4F03-A617-2D0335317A53}">
      <dsp:nvSpPr>
        <dsp:cNvPr id="0" name=""/>
        <dsp:cNvSpPr/>
      </dsp:nvSpPr>
      <dsp:spPr>
        <a:xfrm>
          <a:off x="0" y="0"/>
          <a:ext cx="8656320" cy="73482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Learning regarding how to write geometrical Prompts for P&amp;ID Symbols with their orientation (vertical / horizontal).</a:t>
          </a:r>
        </a:p>
      </dsp:txBody>
      <dsp:txXfrm>
        <a:off x="21522" y="21522"/>
        <a:ext cx="7801297" cy="691778"/>
      </dsp:txXfrm>
    </dsp:sp>
    <dsp:sp modelId="{412656DD-494D-4EB4-BC40-9B8275FB63C5}">
      <dsp:nvSpPr>
        <dsp:cNvPr id="0" name=""/>
        <dsp:cNvSpPr/>
      </dsp:nvSpPr>
      <dsp:spPr>
        <a:xfrm>
          <a:off x="724966" y="868426"/>
          <a:ext cx="8656320" cy="73482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Preparing Piping valves prompts.</a:t>
          </a:r>
        </a:p>
      </dsp:txBody>
      <dsp:txXfrm>
        <a:off x="746488" y="889948"/>
        <a:ext cx="7410674" cy="691778"/>
      </dsp:txXfrm>
    </dsp:sp>
    <dsp:sp modelId="{32E8E686-CA41-487F-927E-95643A2011D9}">
      <dsp:nvSpPr>
        <dsp:cNvPr id="0" name=""/>
        <dsp:cNvSpPr/>
      </dsp:nvSpPr>
      <dsp:spPr>
        <a:xfrm>
          <a:off x="1439113" y="1736852"/>
          <a:ext cx="8656320" cy="73482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Submit for the review once developer confirm then after I started working on other Piping Valves, Piping Components, Instrument control valves &amp; labels.</a:t>
          </a:r>
        </a:p>
      </dsp:txBody>
      <dsp:txXfrm>
        <a:off x="1460635" y="1758374"/>
        <a:ext cx="7421495" cy="691778"/>
      </dsp:txXfrm>
    </dsp:sp>
    <dsp:sp modelId="{620B636D-D077-4615-9E3B-CF068BFA77AB}">
      <dsp:nvSpPr>
        <dsp:cNvPr id="0" name=""/>
        <dsp:cNvSpPr/>
      </dsp:nvSpPr>
      <dsp:spPr>
        <a:xfrm>
          <a:off x="2164079" y="2605277"/>
          <a:ext cx="8656320" cy="73482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Submit the Notepad, Word and Excel file to Ai Engineer. </a:t>
          </a:r>
        </a:p>
      </dsp:txBody>
      <dsp:txXfrm>
        <a:off x="2185601" y="2626799"/>
        <a:ext cx="7410674" cy="691778"/>
      </dsp:txXfrm>
    </dsp:sp>
    <dsp:sp modelId="{BC5C9FAF-4CDB-49FB-A86D-6020F44F0692}">
      <dsp:nvSpPr>
        <dsp:cNvPr id="0" name=""/>
        <dsp:cNvSpPr/>
      </dsp:nvSpPr>
      <dsp:spPr>
        <a:xfrm>
          <a:off x="8178685" y="562806"/>
          <a:ext cx="477634" cy="477634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8286153" y="562806"/>
        <a:ext cx="262698" cy="359420"/>
      </dsp:txXfrm>
    </dsp:sp>
    <dsp:sp modelId="{47FDF490-C676-4FD9-97B5-5F97B194CF9A}">
      <dsp:nvSpPr>
        <dsp:cNvPr id="0" name=""/>
        <dsp:cNvSpPr/>
      </dsp:nvSpPr>
      <dsp:spPr>
        <a:xfrm>
          <a:off x="8903652" y="1431232"/>
          <a:ext cx="477634" cy="477634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9011120" y="1431232"/>
        <a:ext cx="262698" cy="359420"/>
      </dsp:txXfrm>
    </dsp:sp>
    <dsp:sp modelId="{0D7C819F-9A18-4141-A53C-C778C8F8BD32}">
      <dsp:nvSpPr>
        <dsp:cNvPr id="0" name=""/>
        <dsp:cNvSpPr/>
      </dsp:nvSpPr>
      <dsp:spPr>
        <a:xfrm>
          <a:off x="9617798" y="2299658"/>
          <a:ext cx="477634" cy="477634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9725266" y="2299658"/>
        <a:ext cx="262698" cy="35942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32AE86-E35D-4E42-91ED-5678F3153A3A}">
      <dsp:nvSpPr>
        <dsp:cNvPr id="0" name=""/>
        <dsp:cNvSpPr/>
      </dsp:nvSpPr>
      <dsp:spPr>
        <a:xfrm>
          <a:off x="0" y="2261"/>
          <a:ext cx="6290226" cy="11459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BCF856-7111-4798-B177-4FCBE21F43D5}">
      <dsp:nvSpPr>
        <dsp:cNvPr id="0" name=""/>
        <dsp:cNvSpPr/>
      </dsp:nvSpPr>
      <dsp:spPr>
        <a:xfrm>
          <a:off x="346647" y="260097"/>
          <a:ext cx="630267" cy="6302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15B1A5-2056-4CBB-BB8D-7EED9052C9FA}">
      <dsp:nvSpPr>
        <dsp:cNvPr id="0" name=""/>
        <dsp:cNvSpPr/>
      </dsp:nvSpPr>
      <dsp:spPr>
        <a:xfrm>
          <a:off x="1323562" y="2261"/>
          <a:ext cx="4966663" cy="1145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279" tIns="121279" rIns="121279" bIns="121279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Prepare the native files for wrench. </a:t>
          </a:r>
        </a:p>
      </dsp:txBody>
      <dsp:txXfrm>
        <a:off x="1323562" y="2261"/>
        <a:ext cx="4966663" cy="1145941"/>
      </dsp:txXfrm>
    </dsp:sp>
    <dsp:sp modelId="{C368DB97-ACAA-4EBE-A79C-FE429597BD34}">
      <dsp:nvSpPr>
        <dsp:cNvPr id="0" name=""/>
        <dsp:cNvSpPr/>
      </dsp:nvSpPr>
      <dsp:spPr>
        <a:xfrm>
          <a:off x="0" y="1434688"/>
          <a:ext cx="6290226" cy="11459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826F89-E992-41EF-B878-09023BA28776}">
      <dsp:nvSpPr>
        <dsp:cNvPr id="0" name=""/>
        <dsp:cNvSpPr/>
      </dsp:nvSpPr>
      <dsp:spPr>
        <a:xfrm>
          <a:off x="346647" y="1692524"/>
          <a:ext cx="630267" cy="6302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D6B13E-A33B-4C94-9896-F65CDC3DADF8}">
      <dsp:nvSpPr>
        <dsp:cNvPr id="0" name=""/>
        <dsp:cNvSpPr/>
      </dsp:nvSpPr>
      <dsp:spPr>
        <a:xfrm>
          <a:off x="1323562" y="1434688"/>
          <a:ext cx="4966663" cy="1145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279" tIns="121279" rIns="121279" bIns="121279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As per AI Engineer suggestion preparing the P&amp;IDs as per their requirements. </a:t>
          </a:r>
        </a:p>
      </dsp:txBody>
      <dsp:txXfrm>
        <a:off x="1323562" y="1434688"/>
        <a:ext cx="4966663" cy="1145941"/>
      </dsp:txXfrm>
    </dsp:sp>
    <dsp:sp modelId="{1D176176-8207-4199-9CAA-C5E57C4F064D}">
      <dsp:nvSpPr>
        <dsp:cNvPr id="0" name=""/>
        <dsp:cNvSpPr/>
      </dsp:nvSpPr>
      <dsp:spPr>
        <a:xfrm>
          <a:off x="0" y="2867115"/>
          <a:ext cx="6290226" cy="11459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A2EBE2-D07F-4D82-983A-924060DDCED6}">
      <dsp:nvSpPr>
        <dsp:cNvPr id="0" name=""/>
        <dsp:cNvSpPr/>
      </dsp:nvSpPr>
      <dsp:spPr>
        <a:xfrm>
          <a:off x="346647" y="3124952"/>
          <a:ext cx="630267" cy="6302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8BD28E-7828-417C-8E38-43E57D4A4D28}">
      <dsp:nvSpPr>
        <dsp:cNvPr id="0" name=""/>
        <dsp:cNvSpPr/>
      </dsp:nvSpPr>
      <dsp:spPr>
        <a:xfrm>
          <a:off x="1323562" y="2867115"/>
          <a:ext cx="4966663" cy="1145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279" tIns="121279" rIns="121279" bIns="121279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Removing all Process, Instrument, Equipment &amp; Text data from the Drawings and keep only Process lines &amp; Instrument signals.</a:t>
          </a:r>
        </a:p>
      </dsp:txBody>
      <dsp:txXfrm>
        <a:off x="1323562" y="2867115"/>
        <a:ext cx="4966663" cy="1145941"/>
      </dsp:txXfrm>
    </dsp:sp>
    <dsp:sp modelId="{51635004-4D87-4C91-8168-CE774DA68254}">
      <dsp:nvSpPr>
        <dsp:cNvPr id="0" name=""/>
        <dsp:cNvSpPr/>
      </dsp:nvSpPr>
      <dsp:spPr>
        <a:xfrm>
          <a:off x="0" y="4299542"/>
          <a:ext cx="6290226" cy="11459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15E710-A4A7-4BF1-967F-451A5DEC3CF9}">
      <dsp:nvSpPr>
        <dsp:cNvPr id="0" name=""/>
        <dsp:cNvSpPr/>
      </dsp:nvSpPr>
      <dsp:spPr>
        <a:xfrm>
          <a:off x="346647" y="4557379"/>
          <a:ext cx="630267" cy="63026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090BEA-98DE-40E1-BB58-E41C54F63418}">
      <dsp:nvSpPr>
        <dsp:cNvPr id="0" name=""/>
        <dsp:cNvSpPr/>
      </dsp:nvSpPr>
      <dsp:spPr>
        <a:xfrm>
          <a:off x="1323562" y="4299542"/>
          <a:ext cx="4966663" cy="1145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279" tIns="121279" rIns="121279" bIns="121279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Some P&amp;IDs are in SPPID Software so, I Convert PDF to AutoCAD and start the Cleanup activities. </a:t>
          </a:r>
        </a:p>
      </dsp:txBody>
      <dsp:txXfrm>
        <a:off x="1323562" y="4299542"/>
        <a:ext cx="4966663" cy="114594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10DB27-B764-4BEF-A320-CA68A1258FD3}">
      <dsp:nvSpPr>
        <dsp:cNvPr id="0" name=""/>
        <dsp:cNvSpPr/>
      </dsp:nvSpPr>
      <dsp:spPr>
        <a:xfrm>
          <a:off x="1900200" y="102807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39CB25-71EC-491C-ACEC-2941BB4EBB90}">
      <dsp:nvSpPr>
        <dsp:cNvPr id="0" name=""/>
        <dsp:cNvSpPr/>
      </dsp:nvSpPr>
      <dsp:spPr>
        <a:xfrm>
          <a:off x="712199" y="2517292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Collecting the PFD as per P&amp;IDs. </a:t>
          </a:r>
        </a:p>
      </dsp:txBody>
      <dsp:txXfrm>
        <a:off x="712199" y="2517292"/>
        <a:ext cx="4320000" cy="720000"/>
      </dsp:txXfrm>
    </dsp:sp>
    <dsp:sp modelId="{43B38E7C-D5E4-4C11-84BA-0EB622E14AFB}">
      <dsp:nvSpPr>
        <dsp:cNvPr id="0" name=""/>
        <dsp:cNvSpPr/>
      </dsp:nvSpPr>
      <dsp:spPr>
        <a:xfrm>
          <a:off x="6976200" y="102807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781100-CE02-417C-80E0-35629777271A}">
      <dsp:nvSpPr>
        <dsp:cNvPr id="0" name=""/>
        <dsp:cNvSpPr/>
      </dsp:nvSpPr>
      <dsp:spPr>
        <a:xfrm>
          <a:off x="5788200" y="2517292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Preparing the assemblies in respect to the PFD Symbols in autocad.</a:t>
          </a:r>
        </a:p>
      </dsp:txBody>
      <dsp:txXfrm>
        <a:off x="5788200" y="2517292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C321D047-3B35-45F3-9FFD-75A5462C9D6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BCF2289-4A15-4593-BD43-FFB44457A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471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1D047-3B35-45F3-9FFD-75A5462C9D6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2289-4A15-4593-BD43-FFB44457A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174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321D047-3B35-45F3-9FFD-75A5462C9D6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BCF2289-4A15-4593-BD43-FFB44457A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489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1D047-3B35-45F3-9FFD-75A5462C9D6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2289-4A15-4593-BD43-FFB44457A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78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1D047-3B35-45F3-9FFD-75A5462C9D6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2289-4A15-4593-BD43-FFB44457A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824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1D047-3B35-45F3-9FFD-75A5462C9D6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2289-4A15-4593-BD43-FFB44457A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265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1D047-3B35-45F3-9FFD-75A5462C9D6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2289-4A15-4593-BD43-FFB44457A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446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1D047-3B35-45F3-9FFD-75A5462C9D6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2289-4A15-4593-BD43-FFB44457A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000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1D047-3B35-45F3-9FFD-75A5462C9D6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2289-4A15-4593-BD43-FFB44457A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608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1D047-3B35-45F3-9FFD-75A5462C9D6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2289-4A15-4593-BD43-FFB44457A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886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321D047-3B35-45F3-9FFD-75A5462C9D6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BCF2289-4A15-4593-BD43-FFB44457A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168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321D047-3B35-45F3-9FFD-75A5462C9D6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BCF2289-4A15-4593-BD43-FFB44457AE9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042118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321D047-3B35-45F3-9FFD-75A5462C9D6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BCF2289-4A15-4593-BD43-FFB44457A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98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1D047-3B35-45F3-9FFD-75A5462C9D6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2289-4A15-4593-BD43-FFB44457A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5384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1D047-3B35-45F3-9FFD-75A5462C9D6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2289-4A15-4593-BD43-FFB44457A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4261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1D047-3B35-45F3-9FFD-75A5462C9D6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2289-4A15-4593-BD43-FFB44457A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1798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321D047-3B35-45F3-9FFD-75A5462C9D6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BCF2289-4A15-4593-BD43-FFB44457A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331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21D047-3B35-45F3-9FFD-75A5462C9D6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CF2289-4A15-4593-BD43-FFB44457A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8183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E770CA6A-B3B0-4826-A91F-B2B1F89220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3C51B9DA-B0CC-480A-8EA5-4D5C3E051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CE560CF-632A-91D0-8685-84D50AEA8B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6028" y="965200"/>
            <a:ext cx="6170943" cy="4329641"/>
          </a:xfrm>
        </p:spPr>
        <p:txBody>
          <a:bodyPr anchor="ctr">
            <a:normAutofit/>
          </a:bodyPr>
          <a:lstStyle/>
          <a:p>
            <a:r>
              <a:rPr lang="en-US" sz="5400"/>
              <a:t>Process technical support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6418CF-CBB3-AF96-B30C-BCBFCE9CD8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00" y="965200"/>
            <a:ext cx="3367361" cy="4329641"/>
          </a:xfrm>
        </p:spPr>
        <p:txBody>
          <a:bodyPr anchor="ctr">
            <a:normAutofit/>
          </a:bodyPr>
          <a:lstStyle/>
          <a:p>
            <a:pPr algn="r"/>
            <a:r>
              <a:rPr lang="en-US" dirty="0"/>
              <a:t>FOR</a:t>
            </a:r>
          </a:p>
          <a:p>
            <a:pPr algn="r"/>
            <a:r>
              <a:rPr lang="en-US" dirty="0"/>
              <a:t>ADNOC </a:t>
            </a:r>
          </a:p>
          <a:p>
            <a:pPr algn="r"/>
            <a:r>
              <a:rPr lang="en-US" dirty="0"/>
              <a:t>AI PROJECTS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-Dhruv Suthar</a:t>
            </a:r>
          </a:p>
          <a:p>
            <a:pPr algn="r"/>
            <a:r>
              <a:rPr lang="en-US" dirty="0"/>
              <a:t>Process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6FE641DB-A503-41DE-ACA6-36B41C6C2B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621260"/>
            <a:ext cx="0" cy="30175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7544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ounded Rectangle 14">
            <a:extLst>
              <a:ext uri="{FF2B5EF4-FFF2-40B4-BE49-F238E27FC236}">
                <a16:creationId xmlns:a16="http://schemas.microsoft.com/office/drawing/2014/main" id="{843DD86A-8FAA-443F-9211-42A2AE8A7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A13AAE-18EB-4BDF-BAF7-F2F97B8D0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F5C1B21-B0DB-4206-99EE-C13D67038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4636008" cy="1441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9261589-06E9-4B7C-A8F1-26648507B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395F33-3443-30F6-545C-288B28838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066163"/>
            <a:ext cx="3306744" cy="5148371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Activities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0AA98DA-3262-3263-01B6-2C8B49638A82}"/>
              </a:ext>
            </a:extLst>
          </p:cNvPr>
          <p:cNvGrpSpPr/>
          <p:nvPr/>
        </p:nvGrpSpPr>
        <p:grpSpPr>
          <a:xfrm>
            <a:off x="5279472" y="1053123"/>
            <a:ext cx="6290226" cy="4751754"/>
            <a:chOff x="5279472" y="1441450"/>
            <a:chExt cx="6290226" cy="4751754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DEF8BDA3-CDDD-6CF6-38C0-625D595FBAAA}"/>
                </a:ext>
              </a:extLst>
            </p:cNvPr>
            <p:cNvSpPr/>
            <p:nvPr/>
          </p:nvSpPr>
          <p:spPr>
            <a:xfrm>
              <a:off x="5279472" y="1441450"/>
              <a:ext cx="6290226" cy="558606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bg1">
                <a:lumMod val="95000"/>
                <a:hueOff val="0"/>
                <a:satOff val="0"/>
                <a:lumOff val="0"/>
                <a:alphaOff val="0"/>
              </a:schemeClr>
            </a:fillRef>
            <a:effectRef idx="0">
              <a:schemeClr val="bg1">
                <a:lumMod val="9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7" name="Rectangle 6" descr="Pencil">
              <a:extLst>
                <a:ext uri="{FF2B5EF4-FFF2-40B4-BE49-F238E27FC236}">
                  <a16:creationId xmlns:a16="http://schemas.microsoft.com/office/drawing/2014/main" id="{11F9D771-D213-2915-7781-C3AC46CFB101}"/>
                </a:ext>
              </a:extLst>
            </p:cNvPr>
            <p:cNvSpPr/>
            <p:nvPr/>
          </p:nvSpPr>
          <p:spPr>
            <a:xfrm>
              <a:off x="5448450" y="1567136"/>
              <a:ext cx="307233" cy="307233"/>
            </a:xfrm>
            <a:prstGeom prst="rect">
              <a:avLst/>
            </a:prstGeom>
            <a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EE5840B-B5CD-A0FB-F12E-E17B7992749B}"/>
                </a:ext>
              </a:extLst>
            </p:cNvPr>
            <p:cNvSpPr/>
            <p:nvPr/>
          </p:nvSpPr>
          <p:spPr>
            <a:xfrm>
              <a:off x="5924662" y="1441450"/>
              <a:ext cx="5645035" cy="558606"/>
            </a:xfrm>
            <a:custGeom>
              <a:avLst/>
              <a:gdLst>
                <a:gd name="connsiteX0" fmla="*/ 0 w 5645035"/>
                <a:gd name="connsiteY0" fmla="*/ 0 h 558606"/>
                <a:gd name="connsiteX1" fmla="*/ 5645035 w 5645035"/>
                <a:gd name="connsiteY1" fmla="*/ 0 h 558606"/>
                <a:gd name="connsiteX2" fmla="*/ 5645035 w 5645035"/>
                <a:gd name="connsiteY2" fmla="*/ 558606 h 558606"/>
                <a:gd name="connsiteX3" fmla="*/ 0 w 5645035"/>
                <a:gd name="connsiteY3" fmla="*/ 558606 h 558606"/>
                <a:gd name="connsiteX4" fmla="*/ 0 w 5645035"/>
                <a:gd name="connsiteY4" fmla="*/ 0 h 55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45035" h="558606">
                  <a:moveTo>
                    <a:pt x="0" y="0"/>
                  </a:moveTo>
                  <a:lnTo>
                    <a:pt x="5645035" y="0"/>
                  </a:lnTo>
                  <a:lnTo>
                    <a:pt x="5645035" y="558606"/>
                  </a:lnTo>
                  <a:lnTo>
                    <a:pt x="0" y="558606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9119" tIns="59119" rIns="59119" bIns="59119" numCol="1" spcCol="1270" anchor="ctr" anchorCtr="0">
              <a:noAutofit/>
            </a:bodyPr>
            <a:lstStyle/>
            <a:p>
              <a:pPr marL="0" lvl="0" indent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dirty="0"/>
                <a:t>PROJECT BRIFING &amp; LEARNING 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53D3F08B-2724-685D-0902-FC28990183E0}"/>
                </a:ext>
              </a:extLst>
            </p:cNvPr>
            <p:cNvSpPr/>
            <p:nvPr/>
          </p:nvSpPr>
          <p:spPr>
            <a:xfrm>
              <a:off x="5279472" y="2139708"/>
              <a:ext cx="6290226" cy="558606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bg1">
                <a:lumMod val="95000"/>
                <a:hueOff val="0"/>
                <a:satOff val="0"/>
                <a:lumOff val="0"/>
                <a:alphaOff val="0"/>
              </a:schemeClr>
            </a:fillRef>
            <a:effectRef idx="0">
              <a:schemeClr val="bg1">
                <a:lumMod val="9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Rectangle 11" descr="Bar chart">
              <a:extLst>
                <a:ext uri="{FF2B5EF4-FFF2-40B4-BE49-F238E27FC236}">
                  <a16:creationId xmlns:a16="http://schemas.microsoft.com/office/drawing/2014/main" id="{DC02906D-BF3C-B30F-8A8F-9581EA675B1F}"/>
                </a:ext>
              </a:extLst>
            </p:cNvPr>
            <p:cNvSpPr/>
            <p:nvPr/>
          </p:nvSpPr>
          <p:spPr>
            <a:xfrm>
              <a:off x="5448450" y="2265394"/>
              <a:ext cx="307233" cy="307233"/>
            </a:xfrm>
            <a:prstGeom prst="rect">
              <a:avLst/>
            </a:prstGeom>
            <a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455AC00-E5A0-076E-8B4F-6748F4700139}"/>
                </a:ext>
              </a:extLst>
            </p:cNvPr>
            <p:cNvSpPr/>
            <p:nvPr/>
          </p:nvSpPr>
          <p:spPr>
            <a:xfrm>
              <a:off x="5924662" y="2139708"/>
              <a:ext cx="5645035" cy="558606"/>
            </a:xfrm>
            <a:custGeom>
              <a:avLst/>
              <a:gdLst>
                <a:gd name="connsiteX0" fmla="*/ 0 w 5645035"/>
                <a:gd name="connsiteY0" fmla="*/ 0 h 558606"/>
                <a:gd name="connsiteX1" fmla="*/ 5645035 w 5645035"/>
                <a:gd name="connsiteY1" fmla="*/ 0 h 558606"/>
                <a:gd name="connsiteX2" fmla="*/ 5645035 w 5645035"/>
                <a:gd name="connsiteY2" fmla="*/ 558606 h 558606"/>
                <a:gd name="connsiteX3" fmla="*/ 0 w 5645035"/>
                <a:gd name="connsiteY3" fmla="*/ 558606 h 558606"/>
                <a:gd name="connsiteX4" fmla="*/ 0 w 5645035"/>
                <a:gd name="connsiteY4" fmla="*/ 0 h 55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45035" h="558606">
                  <a:moveTo>
                    <a:pt x="0" y="0"/>
                  </a:moveTo>
                  <a:lnTo>
                    <a:pt x="5645035" y="0"/>
                  </a:lnTo>
                  <a:lnTo>
                    <a:pt x="5645035" y="558606"/>
                  </a:lnTo>
                  <a:lnTo>
                    <a:pt x="0" y="558606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9119" tIns="59119" rIns="59119" bIns="59119" numCol="1" spcCol="1270" anchor="ctr" anchorCtr="0">
              <a:noAutofit/>
            </a:bodyPr>
            <a:lstStyle/>
            <a:p>
              <a:pPr marL="0" lvl="0" indent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dirty="0"/>
                <a:t>ADNOC PROJECTS DATA COLLECTION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4512E8EB-3997-81B3-AEC7-5641F8806166}"/>
                </a:ext>
              </a:extLst>
            </p:cNvPr>
            <p:cNvSpPr/>
            <p:nvPr/>
          </p:nvSpPr>
          <p:spPr>
            <a:xfrm>
              <a:off x="5279472" y="2841565"/>
              <a:ext cx="6290226" cy="558606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bg1">
                <a:lumMod val="95000"/>
                <a:hueOff val="0"/>
                <a:satOff val="0"/>
                <a:lumOff val="0"/>
                <a:alphaOff val="0"/>
              </a:schemeClr>
            </a:fillRef>
            <a:effectRef idx="0">
              <a:schemeClr val="bg1">
                <a:lumMod val="9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21" name="Rectangle 20" descr="Checkmark">
              <a:extLst>
                <a:ext uri="{FF2B5EF4-FFF2-40B4-BE49-F238E27FC236}">
                  <a16:creationId xmlns:a16="http://schemas.microsoft.com/office/drawing/2014/main" id="{EC53B7EB-5881-3B88-A384-9611792A104F}"/>
                </a:ext>
              </a:extLst>
            </p:cNvPr>
            <p:cNvSpPr/>
            <p:nvPr/>
          </p:nvSpPr>
          <p:spPr>
            <a:xfrm>
              <a:off x="5448450" y="2967251"/>
              <a:ext cx="307233" cy="307233"/>
            </a:xfrm>
            <a:prstGeom prst="rect">
              <a:avLst/>
            </a:prstGeom>
            <a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E08CC67-D78A-911B-D1F6-5C99029DA395}"/>
                </a:ext>
              </a:extLst>
            </p:cNvPr>
            <p:cNvSpPr/>
            <p:nvPr/>
          </p:nvSpPr>
          <p:spPr>
            <a:xfrm>
              <a:off x="5924662" y="2841565"/>
              <a:ext cx="5645035" cy="558606"/>
            </a:xfrm>
            <a:custGeom>
              <a:avLst/>
              <a:gdLst>
                <a:gd name="connsiteX0" fmla="*/ 0 w 5645035"/>
                <a:gd name="connsiteY0" fmla="*/ 0 h 558606"/>
                <a:gd name="connsiteX1" fmla="*/ 5645035 w 5645035"/>
                <a:gd name="connsiteY1" fmla="*/ 0 h 558606"/>
                <a:gd name="connsiteX2" fmla="*/ 5645035 w 5645035"/>
                <a:gd name="connsiteY2" fmla="*/ 558606 h 558606"/>
                <a:gd name="connsiteX3" fmla="*/ 0 w 5645035"/>
                <a:gd name="connsiteY3" fmla="*/ 558606 h 558606"/>
                <a:gd name="connsiteX4" fmla="*/ 0 w 5645035"/>
                <a:gd name="connsiteY4" fmla="*/ 0 h 55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45035" h="558606">
                  <a:moveTo>
                    <a:pt x="0" y="0"/>
                  </a:moveTo>
                  <a:lnTo>
                    <a:pt x="5645035" y="0"/>
                  </a:lnTo>
                  <a:lnTo>
                    <a:pt x="5645035" y="558606"/>
                  </a:lnTo>
                  <a:lnTo>
                    <a:pt x="0" y="558606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9119" tIns="59119" rIns="59119" bIns="59119" numCol="1" spcCol="1270" anchor="ctr" anchorCtr="0">
              <a:noAutofit/>
            </a:bodyPr>
            <a:lstStyle/>
            <a:p>
              <a:pPr marL="0" lvl="0" indent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dirty="0"/>
                <a:t>ROBOFLOW ANNOTATION</a:t>
              </a: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BDFD75C2-3E80-A2B4-082B-37B5A93AE8B0}"/>
                </a:ext>
              </a:extLst>
            </p:cNvPr>
            <p:cNvSpPr/>
            <p:nvPr/>
          </p:nvSpPr>
          <p:spPr>
            <a:xfrm>
              <a:off x="5279472" y="3539823"/>
              <a:ext cx="6290226" cy="558606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bg1">
                <a:lumMod val="95000"/>
                <a:hueOff val="0"/>
                <a:satOff val="0"/>
                <a:lumOff val="0"/>
                <a:alphaOff val="0"/>
              </a:schemeClr>
            </a:fillRef>
            <a:effectRef idx="0">
              <a:schemeClr val="bg1">
                <a:lumMod val="9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3" descr="Teacher">
              <a:extLst>
                <a:ext uri="{FF2B5EF4-FFF2-40B4-BE49-F238E27FC236}">
                  <a16:creationId xmlns:a16="http://schemas.microsoft.com/office/drawing/2014/main" id="{E29F4223-2D4F-91D3-E808-38D7283A1C24}"/>
                </a:ext>
              </a:extLst>
            </p:cNvPr>
            <p:cNvSpPr/>
            <p:nvPr/>
          </p:nvSpPr>
          <p:spPr>
            <a:xfrm>
              <a:off x="5448450" y="3665509"/>
              <a:ext cx="307233" cy="307233"/>
            </a:xfrm>
            <a:prstGeom prst="rect">
              <a:avLst/>
            </a:prstGeom>
            <a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4551351-0A3A-B996-9033-2DB2DB2D4387}"/>
                </a:ext>
              </a:extLst>
            </p:cNvPr>
            <p:cNvSpPr/>
            <p:nvPr/>
          </p:nvSpPr>
          <p:spPr>
            <a:xfrm>
              <a:off x="5924662" y="3539823"/>
              <a:ext cx="5645035" cy="558606"/>
            </a:xfrm>
            <a:custGeom>
              <a:avLst/>
              <a:gdLst>
                <a:gd name="connsiteX0" fmla="*/ 0 w 5645035"/>
                <a:gd name="connsiteY0" fmla="*/ 0 h 558606"/>
                <a:gd name="connsiteX1" fmla="*/ 5645035 w 5645035"/>
                <a:gd name="connsiteY1" fmla="*/ 0 h 558606"/>
                <a:gd name="connsiteX2" fmla="*/ 5645035 w 5645035"/>
                <a:gd name="connsiteY2" fmla="*/ 558606 h 558606"/>
                <a:gd name="connsiteX3" fmla="*/ 0 w 5645035"/>
                <a:gd name="connsiteY3" fmla="*/ 558606 h 558606"/>
                <a:gd name="connsiteX4" fmla="*/ 0 w 5645035"/>
                <a:gd name="connsiteY4" fmla="*/ 0 h 55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45035" h="558606">
                  <a:moveTo>
                    <a:pt x="0" y="0"/>
                  </a:moveTo>
                  <a:lnTo>
                    <a:pt x="5645035" y="0"/>
                  </a:lnTo>
                  <a:lnTo>
                    <a:pt x="5645035" y="558606"/>
                  </a:lnTo>
                  <a:lnTo>
                    <a:pt x="0" y="558606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9119" tIns="59119" rIns="59119" bIns="59119" numCol="1" spcCol="1270" anchor="ctr" anchorCtr="0">
              <a:noAutofit/>
            </a:bodyPr>
            <a:lstStyle/>
            <a:p>
              <a:pPr marL="0" lvl="0" indent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dirty="0"/>
                <a:t>LEARNING MODULES</a:t>
              </a: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3841D0CD-F318-F720-353D-DF6D0916EE9E}"/>
                </a:ext>
              </a:extLst>
            </p:cNvPr>
            <p:cNvSpPr/>
            <p:nvPr/>
          </p:nvSpPr>
          <p:spPr>
            <a:xfrm>
              <a:off x="5279472" y="4238081"/>
              <a:ext cx="6290226" cy="558606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bg1">
                <a:lumMod val="95000"/>
                <a:hueOff val="0"/>
                <a:satOff val="0"/>
                <a:lumOff val="0"/>
                <a:alphaOff val="0"/>
              </a:schemeClr>
            </a:fillRef>
            <a:effectRef idx="0">
              <a:schemeClr val="bg1">
                <a:lumMod val="9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6" descr="User">
              <a:extLst>
                <a:ext uri="{FF2B5EF4-FFF2-40B4-BE49-F238E27FC236}">
                  <a16:creationId xmlns:a16="http://schemas.microsoft.com/office/drawing/2014/main" id="{6835B83F-4747-EB14-F374-526E0A4949B6}"/>
                </a:ext>
              </a:extLst>
            </p:cNvPr>
            <p:cNvSpPr/>
            <p:nvPr/>
          </p:nvSpPr>
          <p:spPr>
            <a:xfrm>
              <a:off x="5448450" y="4363768"/>
              <a:ext cx="307233" cy="307233"/>
            </a:xfrm>
            <a:prstGeom prst="rect">
              <a:avLst/>
            </a:prstGeom>
            <a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BDBEB09-A629-D292-B35C-4333EA1E04D8}"/>
                </a:ext>
              </a:extLst>
            </p:cNvPr>
            <p:cNvSpPr/>
            <p:nvPr/>
          </p:nvSpPr>
          <p:spPr>
            <a:xfrm>
              <a:off x="5924662" y="4238081"/>
              <a:ext cx="5645035" cy="558606"/>
            </a:xfrm>
            <a:custGeom>
              <a:avLst/>
              <a:gdLst>
                <a:gd name="connsiteX0" fmla="*/ 0 w 5645035"/>
                <a:gd name="connsiteY0" fmla="*/ 0 h 558606"/>
                <a:gd name="connsiteX1" fmla="*/ 5645035 w 5645035"/>
                <a:gd name="connsiteY1" fmla="*/ 0 h 558606"/>
                <a:gd name="connsiteX2" fmla="*/ 5645035 w 5645035"/>
                <a:gd name="connsiteY2" fmla="*/ 558606 h 558606"/>
                <a:gd name="connsiteX3" fmla="*/ 0 w 5645035"/>
                <a:gd name="connsiteY3" fmla="*/ 558606 h 558606"/>
                <a:gd name="connsiteX4" fmla="*/ 0 w 5645035"/>
                <a:gd name="connsiteY4" fmla="*/ 0 h 55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45035" h="558606">
                  <a:moveTo>
                    <a:pt x="0" y="0"/>
                  </a:moveTo>
                  <a:lnTo>
                    <a:pt x="5645035" y="0"/>
                  </a:lnTo>
                  <a:lnTo>
                    <a:pt x="5645035" y="558606"/>
                  </a:lnTo>
                  <a:lnTo>
                    <a:pt x="0" y="558606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9119" tIns="59119" rIns="59119" bIns="59119" numCol="1" spcCol="1270" anchor="ctr" anchorCtr="0">
              <a:noAutofit/>
            </a:bodyPr>
            <a:lstStyle/>
            <a:p>
              <a:pPr marL="0" lvl="0" indent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dirty="0"/>
                <a:t>SUPPORTING EDRS POC PROJECT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0D99BEFD-BA10-E975-8FB8-B96C79583148}"/>
                </a:ext>
              </a:extLst>
            </p:cNvPr>
            <p:cNvSpPr/>
            <p:nvPr/>
          </p:nvSpPr>
          <p:spPr>
            <a:xfrm>
              <a:off x="5279472" y="4936339"/>
              <a:ext cx="6290226" cy="558606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bg1">
                <a:lumMod val="95000"/>
                <a:hueOff val="0"/>
                <a:satOff val="0"/>
                <a:lumOff val="0"/>
                <a:alphaOff val="0"/>
              </a:schemeClr>
            </a:fillRef>
            <a:effectRef idx="0">
              <a:schemeClr val="bg1">
                <a:lumMod val="9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30" name="Rectangle 29" descr="Document">
              <a:extLst>
                <a:ext uri="{FF2B5EF4-FFF2-40B4-BE49-F238E27FC236}">
                  <a16:creationId xmlns:a16="http://schemas.microsoft.com/office/drawing/2014/main" id="{7377A788-5A52-5427-2948-9BE250DF6723}"/>
                </a:ext>
              </a:extLst>
            </p:cNvPr>
            <p:cNvSpPr/>
            <p:nvPr/>
          </p:nvSpPr>
          <p:spPr>
            <a:xfrm>
              <a:off x="5448450" y="5062026"/>
              <a:ext cx="307233" cy="307233"/>
            </a:xfrm>
            <a:prstGeom prst="rect">
              <a:avLst/>
            </a:prstGeom>
            <a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1AF6FDF-6BD3-2DD2-ACD7-B7915B6A364E}"/>
                </a:ext>
              </a:extLst>
            </p:cNvPr>
            <p:cNvSpPr/>
            <p:nvPr/>
          </p:nvSpPr>
          <p:spPr>
            <a:xfrm>
              <a:off x="5924662" y="4936339"/>
              <a:ext cx="5645035" cy="558606"/>
            </a:xfrm>
            <a:custGeom>
              <a:avLst/>
              <a:gdLst>
                <a:gd name="connsiteX0" fmla="*/ 0 w 5645035"/>
                <a:gd name="connsiteY0" fmla="*/ 0 h 558606"/>
                <a:gd name="connsiteX1" fmla="*/ 5645035 w 5645035"/>
                <a:gd name="connsiteY1" fmla="*/ 0 h 558606"/>
                <a:gd name="connsiteX2" fmla="*/ 5645035 w 5645035"/>
                <a:gd name="connsiteY2" fmla="*/ 558606 h 558606"/>
                <a:gd name="connsiteX3" fmla="*/ 0 w 5645035"/>
                <a:gd name="connsiteY3" fmla="*/ 558606 h 558606"/>
                <a:gd name="connsiteX4" fmla="*/ 0 w 5645035"/>
                <a:gd name="connsiteY4" fmla="*/ 0 h 55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45035" h="558606">
                  <a:moveTo>
                    <a:pt x="0" y="0"/>
                  </a:moveTo>
                  <a:lnTo>
                    <a:pt x="5645035" y="0"/>
                  </a:lnTo>
                  <a:lnTo>
                    <a:pt x="5645035" y="558606"/>
                  </a:lnTo>
                  <a:lnTo>
                    <a:pt x="0" y="558606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9119" tIns="59119" rIns="59119" bIns="59119" numCol="1" spcCol="1270" anchor="ctr" anchorCtr="0">
              <a:noAutofit/>
            </a:bodyPr>
            <a:lstStyle/>
            <a:p>
              <a:pPr marL="0" lvl="0" indent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dirty="0"/>
                <a:t>P&amp;ID SYMBOL PROMPTS</a:t>
              </a: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43FEA864-5D9C-3C25-F2B5-55F253F99AE8}"/>
                </a:ext>
              </a:extLst>
            </p:cNvPr>
            <p:cNvSpPr/>
            <p:nvPr/>
          </p:nvSpPr>
          <p:spPr>
            <a:xfrm>
              <a:off x="5279472" y="5634598"/>
              <a:ext cx="6290226" cy="558606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bg1">
                <a:lumMod val="95000"/>
                <a:hueOff val="0"/>
                <a:satOff val="0"/>
                <a:lumOff val="0"/>
                <a:alphaOff val="0"/>
              </a:schemeClr>
            </a:fillRef>
            <a:effectRef idx="0">
              <a:schemeClr val="bg1">
                <a:lumMod val="9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Rectangle 32" descr="Label">
              <a:extLst>
                <a:ext uri="{FF2B5EF4-FFF2-40B4-BE49-F238E27FC236}">
                  <a16:creationId xmlns:a16="http://schemas.microsoft.com/office/drawing/2014/main" id="{882A4612-1000-C64E-E638-F556E4FDC040}"/>
                </a:ext>
              </a:extLst>
            </p:cNvPr>
            <p:cNvSpPr/>
            <p:nvPr/>
          </p:nvSpPr>
          <p:spPr>
            <a:xfrm>
              <a:off x="5448450" y="5760284"/>
              <a:ext cx="307233" cy="307233"/>
            </a:xfrm>
            <a:prstGeom prst="rect">
              <a:avLst/>
            </a:prstGeom>
            <a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7634A26-F68E-5C52-D413-1986C4DE9B74}"/>
                </a:ext>
              </a:extLst>
            </p:cNvPr>
            <p:cNvSpPr/>
            <p:nvPr/>
          </p:nvSpPr>
          <p:spPr>
            <a:xfrm>
              <a:off x="5924662" y="5634598"/>
              <a:ext cx="5645035" cy="558606"/>
            </a:xfrm>
            <a:custGeom>
              <a:avLst/>
              <a:gdLst>
                <a:gd name="connsiteX0" fmla="*/ 0 w 5645035"/>
                <a:gd name="connsiteY0" fmla="*/ 0 h 558606"/>
                <a:gd name="connsiteX1" fmla="*/ 5645035 w 5645035"/>
                <a:gd name="connsiteY1" fmla="*/ 0 h 558606"/>
                <a:gd name="connsiteX2" fmla="*/ 5645035 w 5645035"/>
                <a:gd name="connsiteY2" fmla="*/ 558606 h 558606"/>
                <a:gd name="connsiteX3" fmla="*/ 0 w 5645035"/>
                <a:gd name="connsiteY3" fmla="*/ 558606 h 558606"/>
                <a:gd name="connsiteX4" fmla="*/ 0 w 5645035"/>
                <a:gd name="connsiteY4" fmla="*/ 0 h 55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45035" h="558606">
                  <a:moveTo>
                    <a:pt x="0" y="0"/>
                  </a:moveTo>
                  <a:lnTo>
                    <a:pt x="5645035" y="0"/>
                  </a:lnTo>
                  <a:lnTo>
                    <a:pt x="5645035" y="558606"/>
                  </a:lnTo>
                  <a:lnTo>
                    <a:pt x="0" y="558606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9119" tIns="59119" rIns="59119" bIns="59119" numCol="1" spcCol="1270" anchor="ctr" anchorCtr="0">
              <a:noAutofit/>
            </a:bodyPr>
            <a:lstStyle/>
            <a:p>
              <a:pPr marL="0" lvl="0" indent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dirty="0"/>
                <a:t>P&amp;IDs CLEAN UP ACTIVITIES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30496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ounded Rectangle 14">
            <a:extLst>
              <a:ext uri="{FF2B5EF4-FFF2-40B4-BE49-F238E27FC236}">
                <a16:creationId xmlns:a16="http://schemas.microsoft.com/office/drawing/2014/main" id="{843DD86A-8FAA-443F-9211-42A2AE8A7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A13AAE-18EB-4BDF-BAF7-F2F97B8D0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F5C1B21-B0DB-4206-99EE-C13D67038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4636008" cy="144145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9261589-06E9-4B7C-A8F1-26648507B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98231B-6731-8F9B-9FBF-C85D9914F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066163"/>
            <a:ext cx="3306744" cy="514837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PROJECT BRIFING &amp; LEARNING 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7C213E27-07AE-631A-B68B-1F59D25BC5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2371561"/>
              </p:ext>
            </p:extLst>
          </p:nvPr>
        </p:nvGraphicFramePr>
        <p:xfrm>
          <a:off x="5279472" y="746125"/>
          <a:ext cx="6290226" cy="54477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563142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ounded Rectangle 14">
            <a:extLst>
              <a:ext uri="{FF2B5EF4-FFF2-40B4-BE49-F238E27FC236}">
                <a16:creationId xmlns:a16="http://schemas.microsoft.com/office/drawing/2014/main" id="{843DD86A-8FAA-443F-9211-42A2AE8A7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2A13AAE-18EB-4BDF-BAF7-F2F97B8D0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F5C1B21-B0DB-4206-99EE-C13D67038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4636008" cy="144145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49261589-06E9-4B7C-A8F1-26648507B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BFE736-F9AB-B7BA-ABA9-135C02239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066163"/>
            <a:ext cx="3306744" cy="5148371"/>
          </a:xfrm>
        </p:spPr>
        <p:txBody>
          <a:bodyPr>
            <a:normAutofit/>
          </a:bodyPr>
          <a:lstStyle/>
          <a:p>
            <a:r>
              <a:rPr lang="en-US" sz="3700" dirty="0">
                <a:solidFill>
                  <a:schemeClr val="bg1"/>
                </a:solidFill>
              </a:rPr>
              <a:t>ADNOC PROJECTS DATA COLLECTION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3A613415-707A-3C81-CF0D-712EFB2651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7438368"/>
              </p:ext>
            </p:extLst>
          </p:nvPr>
        </p:nvGraphicFramePr>
        <p:xfrm>
          <a:off x="5279472" y="746125"/>
          <a:ext cx="6290226" cy="54477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6775678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ounded Rectangle 14">
            <a:extLst>
              <a:ext uri="{FF2B5EF4-FFF2-40B4-BE49-F238E27FC236}">
                <a16:creationId xmlns:a16="http://schemas.microsoft.com/office/drawing/2014/main" id="{843DD86A-8FAA-443F-9211-42A2AE8A7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2A13AAE-18EB-4BDF-BAF7-F2F97B8D0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F5C1B21-B0DB-4206-99EE-C13D67038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4636008" cy="144145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49261589-06E9-4B7C-A8F1-26648507B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13A052-E214-ABC5-A1EB-5F239F3B1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066163"/>
            <a:ext cx="3306744" cy="5148371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chemeClr val="bg1"/>
                </a:solidFill>
              </a:rPr>
              <a:t>ROBOFLOW ANNOTATION</a:t>
            </a:r>
          </a:p>
        </p:txBody>
      </p:sp>
      <p:graphicFrame>
        <p:nvGraphicFramePr>
          <p:cNvPr id="34" name="Content Placeholder 2">
            <a:extLst>
              <a:ext uri="{FF2B5EF4-FFF2-40B4-BE49-F238E27FC236}">
                <a16:creationId xmlns:a16="http://schemas.microsoft.com/office/drawing/2014/main" id="{A280A01B-818F-2CD3-D886-284709E69D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8671722"/>
              </p:ext>
            </p:extLst>
          </p:nvPr>
        </p:nvGraphicFramePr>
        <p:xfrm>
          <a:off x="5279472" y="746125"/>
          <a:ext cx="6290226" cy="54477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0223669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6CD3965-7576-4EBB-9FEA-0E73E2DB4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86000"/>
            <a:ext cx="12192000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4B15F5-9B02-4280-9F50-172515BF4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86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3A5BBF0-37C3-4339-BD51-F7A980A93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E0A376A-F65C-4FB2-3945-F9BD5D5EB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LEARNING MODULES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807CC06-A50A-3BF4-0FED-1EE2D77E2D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6453802"/>
              </p:ext>
            </p:extLst>
          </p:nvPr>
        </p:nvGraphicFramePr>
        <p:xfrm>
          <a:off x="685800" y="2878138"/>
          <a:ext cx="10820400" cy="3340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171872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ounded Rectangle 14">
            <a:extLst>
              <a:ext uri="{FF2B5EF4-FFF2-40B4-BE49-F238E27FC236}">
                <a16:creationId xmlns:a16="http://schemas.microsoft.com/office/drawing/2014/main" id="{843DD86A-8FAA-443F-9211-42A2AE8A7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A13AAE-18EB-4BDF-BAF7-F2F97B8D0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F5C1B21-B0DB-4206-99EE-C13D67038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4636008" cy="144145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9261589-06E9-4B7C-A8F1-26648507B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F9A437-8588-88E8-4239-49A792E7D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066163"/>
            <a:ext cx="3306744" cy="514837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SUPPORTING phase-1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PROJECT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05E6A13-8C2C-08E3-EDFE-5CA1735CC9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599266"/>
              </p:ext>
            </p:extLst>
          </p:nvPr>
        </p:nvGraphicFramePr>
        <p:xfrm>
          <a:off x="5279472" y="746125"/>
          <a:ext cx="6290226" cy="54477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4284045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6CD3965-7576-4EBB-9FEA-0E73E2DB4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86000"/>
            <a:ext cx="12192000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A4B15F5-9B02-4280-9F50-172515BF4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86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E3A5BBF0-37C3-4339-BD51-F7A980A93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0CBC81-CEA6-9D3D-06E7-2B4E0B5F1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P&amp;ID SYMBOL PROMPTS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0DEBA87-C0F7-F0D7-168D-725DEA7319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556164"/>
              </p:ext>
            </p:extLst>
          </p:nvPr>
        </p:nvGraphicFramePr>
        <p:xfrm>
          <a:off x="685800" y="2878138"/>
          <a:ext cx="10820400" cy="3340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45820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ounded Rectangle 14">
            <a:extLst>
              <a:ext uri="{FF2B5EF4-FFF2-40B4-BE49-F238E27FC236}">
                <a16:creationId xmlns:a16="http://schemas.microsoft.com/office/drawing/2014/main" id="{843DD86A-8FAA-443F-9211-42A2AE8A7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A13AAE-18EB-4BDF-BAF7-F2F97B8D0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F5C1B21-B0DB-4206-99EE-C13D67038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4636008" cy="144145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9261589-06E9-4B7C-A8F1-26648507B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DB1A4D-8A03-50F6-DA87-C6DA986C6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066163"/>
            <a:ext cx="3306744" cy="5148371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P&amp;IDs CLEAN UP ACTIVITIES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413A7F26-87E6-7504-D66A-F81C035CEB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908077"/>
              </p:ext>
            </p:extLst>
          </p:nvPr>
        </p:nvGraphicFramePr>
        <p:xfrm>
          <a:off x="5279472" y="746125"/>
          <a:ext cx="6290226" cy="54477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8543955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86CD3965-7576-4EBB-9FEA-0E73E2DB4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86000"/>
            <a:ext cx="12192000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A4B15F5-9B02-4280-9F50-172515BF4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86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E3A5BBF0-37C3-4339-BD51-F7A980A93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D01CB7-5F6E-675F-0720-3630212E8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Future upcoming activities</a:t>
            </a:r>
          </a:p>
        </p:txBody>
      </p:sp>
      <p:graphicFrame>
        <p:nvGraphicFramePr>
          <p:cNvPr id="28" name="Content Placeholder 2">
            <a:extLst>
              <a:ext uri="{FF2B5EF4-FFF2-40B4-BE49-F238E27FC236}">
                <a16:creationId xmlns:a16="http://schemas.microsoft.com/office/drawing/2014/main" id="{8E6E845D-5A45-F55C-F884-DF7DC58718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3676406"/>
              </p:ext>
            </p:extLst>
          </p:nvPr>
        </p:nvGraphicFramePr>
        <p:xfrm>
          <a:off x="685800" y="2878138"/>
          <a:ext cx="10820400" cy="3340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945537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BDFADFB3-3D44-49A8-AE3B-A87C61607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B912AE0-CAD9-4F8F-A2A2-BDF07D4ED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55161A5-103D-58F9-7371-2DD5F46F1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7410" y="1803405"/>
            <a:ext cx="6132990" cy="18250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6000"/>
              <a:t>Thank you</a:t>
            </a:r>
          </a:p>
        </p:txBody>
      </p:sp>
      <p:pic>
        <p:nvPicPr>
          <p:cNvPr id="24" name="Graphic 23" descr="Handshake">
            <a:extLst>
              <a:ext uri="{FF2B5EF4-FFF2-40B4-BE49-F238E27FC236}">
                <a16:creationId xmlns:a16="http://schemas.microsoft.com/office/drawing/2014/main" id="{B8188E82-BCAF-C83E-6D77-0EDA46D513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44752" y="1801368"/>
            <a:ext cx="2660904" cy="2660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623431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345</TotalTime>
  <Words>469</Words>
  <Application>Microsoft Office PowerPoint</Application>
  <PresentationFormat>Widescreen</PresentationFormat>
  <Paragraphs>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Century Gothic</vt:lpstr>
      <vt:lpstr>Vapor Trail</vt:lpstr>
      <vt:lpstr>Process technical support</vt:lpstr>
      <vt:lpstr>Activities</vt:lpstr>
      <vt:lpstr>PROJECT BRIFING &amp; LEARNING </vt:lpstr>
      <vt:lpstr>ADNOC PROJECTS DATA COLLECTION</vt:lpstr>
      <vt:lpstr>ROBOFLOW ANNOTATION</vt:lpstr>
      <vt:lpstr>LEARNING MODULES</vt:lpstr>
      <vt:lpstr>SUPPORTING phase-1 PROJECT</vt:lpstr>
      <vt:lpstr>P&amp;ID SYMBOL PROMPTS</vt:lpstr>
      <vt:lpstr>P&amp;IDs CLEAN UP ACTIVITIES</vt:lpstr>
      <vt:lpstr>Future upcoming activities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Dhruv Vikaskumar Suthar</dc:creator>
  <cp:lastModifiedBy>Dhruv Vikaskumar Suthar</cp:lastModifiedBy>
  <cp:revision>2</cp:revision>
  <dcterms:created xsi:type="dcterms:W3CDTF">2025-11-13T04:54:16Z</dcterms:created>
  <dcterms:modified xsi:type="dcterms:W3CDTF">2025-11-13T11:58:36Z</dcterms:modified>
</cp:coreProperties>
</file>