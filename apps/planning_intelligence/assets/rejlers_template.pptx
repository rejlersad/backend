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621" r:id="rId5"/>
    <p:sldId id="261" r:id="rId6"/>
    <p:sldId id="815" r:id="rId7"/>
    <p:sldId id="800" r:id="rId8"/>
    <p:sldId id="811" r:id="rId9"/>
    <p:sldId id="814" r:id="rId10"/>
    <p:sldId id="812" r:id="rId11"/>
    <p:sldId id="371" r:id="rId12"/>
  </p:sldIdLst>
  <p:sldSz cx="12192000" cy="6858000"/>
  <p:notesSz cx="6742113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shitha Mohan" initials="NM" lastIdx="2" clrIdx="0">
    <p:extLst>
      <p:ext uri="{19B8F6BF-5375-455C-9EA6-DF929625EA0E}">
        <p15:presenceInfo xmlns:p15="http://schemas.microsoft.com/office/powerpoint/2012/main" userId="S-1-5-21-3305294948-523911621-3022023280-119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B998"/>
    <a:srgbClr val="CFF3E9"/>
    <a:srgbClr val="2B3A55"/>
    <a:srgbClr val="556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just format 2 - Dekorfär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79440" autoAdjust="0"/>
  </p:normalViewPr>
  <p:slideViewPr>
    <p:cSldViewPr snapToGrid="0" showGuides="1">
      <p:cViewPr varScale="1">
        <p:scale>
          <a:sx n="88" d="100"/>
          <a:sy n="88" d="100"/>
        </p:scale>
        <p:origin x="1872" y="78"/>
      </p:cViewPr>
      <p:guideLst>
        <p:guide orient="horz" pos="329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5" d="100"/>
          <a:sy n="45" d="100"/>
        </p:scale>
        <p:origin x="2776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Tanzeem Agra" userId="1bf6be5c-3749-4421-ba86-ca09671b9091" providerId="ADAL" clId="{886F1C9B-A40E-4C2C-A148-F5DB91E65006}"/>
    <pc:docChg chg="undo custSel addSld delSld modSld">
      <pc:chgData name="Mohammed Tanzeem Agra" userId="1bf6be5c-3749-4421-ba86-ca09671b9091" providerId="ADAL" clId="{886F1C9B-A40E-4C2C-A148-F5DB91E65006}" dt="2026-07-27T11:42:33.620" v="3046" actId="20577"/>
      <pc:docMkLst>
        <pc:docMk/>
      </pc:docMkLst>
      <pc:sldChg chg="modSp mod">
        <pc:chgData name="Mohammed Tanzeem Agra" userId="1bf6be5c-3749-4421-ba86-ca09671b9091" providerId="ADAL" clId="{886F1C9B-A40E-4C2C-A148-F5DB91E65006}" dt="2026-07-27T11:42:33.620" v="3046" actId="20577"/>
        <pc:sldMkLst>
          <pc:docMk/>
          <pc:sldMk cId="626590202" sldId="621"/>
        </pc:sldMkLst>
        <pc:spChg chg="mod">
          <ac:chgData name="Mohammed Tanzeem Agra" userId="1bf6be5c-3749-4421-ba86-ca09671b9091" providerId="ADAL" clId="{886F1C9B-A40E-4C2C-A148-F5DB91E65006}" dt="2026-07-27T11:42:33.620" v="3046" actId="20577"/>
          <ac:spMkLst>
            <pc:docMk/>
            <pc:sldMk cId="626590202" sldId="621"/>
            <ac:spMk id="4" creationId="{D2B94E6D-7678-46E6-B2FA-A1417970AFF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9BF5E441-C789-4090-BEF4-6A0567FC7F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C44C63A-1AA5-43CF-BCFD-2C624E8028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359B7-CE9C-4819-9E5A-BDC574BBC0A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54C667-45E0-4CE8-943B-D4FE04975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A5E3305-0B9F-419B-A328-B9636FBEA1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1E936-D5AC-41F6-A7BB-A7962B2B5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28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0770E-E8BF-4BB6-87EB-F2033D057B01}" type="datetimeFigureOut">
              <a:rPr lang="en-GB" smtClean="0"/>
              <a:t>27/07/2026</a:t>
            </a:fld>
            <a:endParaRPr lang="en-GB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22963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4212" y="4751220"/>
            <a:ext cx="539369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GB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5877B-D5E5-4C05-AC42-3482D2E318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6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5877B-D5E5-4C05-AC42-3482D2E3182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46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1290-EB11-C50D-7FE8-FF0DC169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0E7BB-3EEA-8C9B-F87B-92DDC38D1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9F2EB-83B9-D839-00A3-0D3D9CD1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55E4C-A28D-A3B2-BADE-E4C7DDF59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5877B-D5E5-4C05-AC42-3482D2E3182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573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9902-3CA5-1FF7-7A0E-11ABFD65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67FFA-D9E0-9F59-BAFA-3F7C7DEA8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33B71-74A1-985C-E653-CA1AB28C4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1EC52-E1C5-C835-B440-04842DBBF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5877B-D5E5-4C05-AC42-3482D2E3182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554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AEE9-48A6-5948-1603-4C3FC333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96C82-A080-2C1C-6E2B-C2EEBECC0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9A904-03A7-7F75-0F04-22F43050F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52F7D-25F3-EBB2-77B0-621775BA8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5877B-D5E5-4C05-AC42-3482D2E3182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821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>
            <a:extLst>
              <a:ext uri="{FF2B5EF4-FFF2-40B4-BE49-F238E27FC236}">
                <a16:creationId xmlns:a16="http://schemas.microsoft.com/office/drawing/2014/main" id="{32F3E5BA-7A15-4586-BE3C-03527FF858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902" t="19975" r="8348" b="6161"/>
          <a:stretch/>
        </p:blipFill>
        <p:spPr>
          <a:xfrm>
            <a:off x="-102626" y="-36871"/>
            <a:ext cx="12294625" cy="6894871"/>
          </a:xfrm>
          <a:prstGeom prst="rect">
            <a:avLst/>
          </a:prstGeom>
        </p:spPr>
      </p:pic>
      <p:sp>
        <p:nvSpPr>
          <p:cNvPr id="8" name="Platshållare för text 23">
            <a:extLst>
              <a:ext uri="{FF2B5EF4-FFF2-40B4-BE49-F238E27FC236}">
                <a16:creationId xmlns:a16="http://schemas.microsoft.com/office/drawing/2014/main" id="{1B2A3C35-E571-4A26-B35C-7D42CEFB5E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6" name="Bild 31">
            <a:extLst>
              <a:ext uri="{FF2B5EF4-FFF2-40B4-BE49-F238E27FC236}">
                <a16:creationId xmlns:a16="http://schemas.microsoft.com/office/drawing/2014/main" id="{37C412A4-D566-49D6-B593-B17347F973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59926" y="5532120"/>
            <a:ext cx="2666079" cy="95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03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(light grey)">
    <p:bg>
      <p:bgPr>
        <a:solidFill>
          <a:schemeClr val="accent4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Logo">
            <a:extLst>
              <a:ext uri="{FF2B5EF4-FFF2-40B4-BE49-F238E27FC236}">
                <a16:creationId xmlns:a16="http://schemas.microsoft.com/office/drawing/2014/main" id="{FD71B1E8-A4E6-4968-8FAD-65B1596B526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24" name="Platshållare för text 23">
            <a:extLst>
              <a:ext uri="{FF2B5EF4-FFF2-40B4-BE49-F238E27FC236}">
                <a16:creationId xmlns:a16="http://schemas.microsoft.com/office/drawing/2014/main" id="{7FFBE40D-59EB-4C64-A2F7-80681A7B6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1016000"/>
            <a:ext cx="5257800" cy="10165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34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here to edit the header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660DD0C-7127-4D74-B291-3D5DC56BE1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763" y="2457450"/>
            <a:ext cx="8858250" cy="3563938"/>
          </a:xfrm>
          <a:prstGeom prst="rect">
            <a:avLst/>
          </a:prstGeom>
        </p:spPr>
        <p:txBody>
          <a:bodyPr lIns="0" tIns="0" rIns="0" bIns="0"/>
          <a:lstStyle>
            <a:lvl1pPr marL="269875" indent="-269875">
              <a:spcBef>
                <a:spcPts val="1200"/>
              </a:spcBef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</a:defRPr>
            </a:lvl1pPr>
            <a:lvl2pPr marL="539750" indent="-269875">
              <a:spcBef>
                <a:spcPts val="500"/>
              </a:spcBef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2pPr>
            <a:lvl3pPr marL="811213" indent="-2714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3pPr>
            <a:lvl4pPr marL="1081088" indent="-269875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4pPr>
            <a:lvl5pPr marL="1339850" indent="-2587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C0EF730-D167-47AF-BC73-BD5B0DF89DCF}"/>
              </a:ext>
            </a:extLst>
          </p:cNvPr>
          <p:cNvSpPr/>
          <p:nvPr userDrawn="1"/>
        </p:nvSpPr>
        <p:spPr>
          <a:xfrm>
            <a:off x="769865" y="779932"/>
            <a:ext cx="828000" cy="59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481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(green on grey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Logo">
            <a:extLst>
              <a:ext uri="{FF2B5EF4-FFF2-40B4-BE49-F238E27FC236}">
                <a16:creationId xmlns:a16="http://schemas.microsoft.com/office/drawing/2014/main" id="{FD71B1E8-A4E6-4968-8FAD-65B1596B526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24" name="Platshållare för text 23">
            <a:extLst>
              <a:ext uri="{FF2B5EF4-FFF2-40B4-BE49-F238E27FC236}">
                <a16:creationId xmlns:a16="http://schemas.microsoft.com/office/drawing/2014/main" id="{7FFBE40D-59EB-4C64-A2F7-80681A7B6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1016000"/>
            <a:ext cx="5257800" cy="10165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3400" b="1" cap="all" baseline="0">
                <a:solidFill>
                  <a:srgbClr val="57B998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here to edit the header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66DA1CB5-C31F-4B08-9331-EC9E143C1714}"/>
              </a:ext>
            </a:extLst>
          </p:cNvPr>
          <p:cNvSpPr/>
          <p:nvPr userDrawn="1"/>
        </p:nvSpPr>
        <p:spPr>
          <a:xfrm>
            <a:off x="769865" y="779932"/>
            <a:ext cx="828000" cy="59690"/>
          </a:xfrm>
          <a:prstGeom prst="rect">
            <a:avLst/>
          </a:prstGeom>
          <a:solidFill>
            <a:srgbClr val="57B9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57B998"/>
              </a:solidFill>
            </a:endParaRPr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35EB4D27-0DAD-448A-BFBA-0D8423A40C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763" y="2457450"/>
            <a:ext cx="8858250" cy="3563938"/>
          </a:xfrm>
          <a:prstGeom prst="rect">
            <a:avLst/>
          </a:prstGeom>
        </p:spPr>
        <p:txBody>
          <a:bodyPr lIns="0" tIns="0" rIns="0" bIns="0"/>
          <a:lstStyle>
            <a:lvl1pPr marL="269875" indent="-269875">
              <a:spcBef>
                <a:spcPts val="1200"/>
              </a:spcBef>
              <a:buSzPct val="110000"/>
              <a:buFont typeface="Wingdings" panose="05000000000000000000" pitchFamily="2" charset="2"/>
              <a:buChar char="§"/>
              <a:defRPr sz="2000">
                <a:solidFill>
                  <a:srgbClr val="57B998"/>
                </a:solidFill>
              </a:defRPr>
            </a:lvl1pPr>
            <a:lvl2pPr marL="539750" indent="-269875">
              <a:spcBef>
                <a:spcPts val="500"/>
              </a:spcBef>
              <a:buSzPct val="100000"/>
              <a:buFont typeface="Calibri" panose="020F0502020204030204" pitchFamily="34" charset="0"/>
              <a:buChar char="–"/>
              <a:defRPr sz="1600">
                <a:solidFill>
                  <a:srgbClr val="57B998"/>
                </a:solidFill>
              </a:defRPr>
            </a:lvl2pPr>
            <a:lvl3pPr marL="811213" indent="-271463">
              <a:buSzPct val="100000"/>
              <a:buFont typeface="Calibri" panose="020F0502020204030204" pitchFamily="34" charset="0"/>
              <a:buChar char="–"/>
              <a:defRPr sz="1600">
                <a:solidFill>
                  <a:srgbClr val="57B998"/>
                </a:solidFill>
              </a:defRPr>
            </a:lvl3pPr>
            <a:lvl4pPr marL="1081088" indent="-269875">
              <a:buSzPct val="100000"/>
              <a:buFont typeface="Calibri" panose="020F0502020204030204" pitchFamily="34" charset="0"/>
              <a:buChar char="–"/>
              <a:defRPr sz="1600">
                <a:solidFill>
                  <a:srgbClr val="57B998"/>
                </a:solidFill>
              </a:defRPr>
            </a:lvl4pPr>
            <a:lvl5pPr marL="1339850" indent="-258763">
              <a:buSzPct val="100000"/>
              <a:buFont typeface="Calibri" panose="020F0502020204030204" pitchFamily="34" charset="0"/>
              <a:buChar char="–"/>
              <a:defRPr sz="1600">
                <a:solidFill>
                  <a:srgbClr val="57B998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</p:spTree>
    <p:extLst>
      <p:ext uri="{BB962C8B-B14F-4D97-AF65-F5344CB8AC3E}">
        <p14:creationId xmlns:p14="http://schemas.microsoft.com/office/powerpoint/2010/main" val="2859928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(pink on grey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Logo">
            <a:extLst>
              <a:ext uri="{FF2B5EF4-FFF2-40B4-BE49-F238E27FC236}">
                <a16:creationId xmlns:a16="http://schemas.microsoft.com/office/drawing/2014/main" id="{FD71B1E8-A4E6-4968-8FAD-65B1596B526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24" name="Platshållare för text 23">
            <a:extLst>
              <a:ext uri="{FF2B5EF4-FFF2-40B4-BE49-F238E27FC236}">
                <a16:creationId xmlns:a16="http://schemas.microsoft.com/office/drawing/2014/main" id="{7FFBE40D-59EB-4C64-A2F7-80681A7B6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1016000"/>
            <a:ext cx="5257800" cy="10165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34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here to edit the header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79AA1A4-3898-48C8-824D-B91268347FEB}"/>
              </a:ext>
            </a:extLst>
          </p:cNvPr>
          <p:cNvSpPr/>
          <p:nvPr userDrawn="1"/>
        </p:nvSpPr>
        <p:spPr>
          <a:xfrm>
            <a:off x="769865" y="779932"/>
            <a:ext cx="828000" cy="596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CBA3C808-BDA7-45E8-B264-7DD1858262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6763" y="2457450"/>
            <a:ext cx="8858250" cy="3563938"/>
          </a:xfrm>
          <a:prstGeom prst="rect">
            <a:avLst/>
          </a:prstGeom>
        </p:spPr>
        <p:txBody>
          <a:bodyPr lIns="0" tIns="0" rIns="0" bIns="0"/>
          <a:lstStyle>
            <a:lvl1pPr marL="269875" indent="-269875">
              <a:spcBef>
                <a:spcPts val="1200"/>
              </a:spcBef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accent3"/>
                </a:solidFill>
              </a:defRPr>
            </a:lvl1pPr>
            <a:lvl2pPr marL="539750" indent="-269875">
              <a:spcBef>
                <a:spcPts val="500"/>
              </a:spcBef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3"/>
                </a:solidFill>
              </a:defRPr>
            </a:lvl2pPr>
            <a:lvl3pPr marL="811213" indent="-2714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3"/>
                </a:solidFill>
              </a:defRPr>
            </a:lvl3pPr>
            <a:lvl4pPr marL="1081088" indent="-269875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3"/>
                </a:solidFill>
              </a:defRPr>
            </a:lvl4pPr>
            <a:lvl5pPr marL="1339850" indent="-2587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</p:spTree>
    <p:extLst>
      <p:ext uri="{BB962C8B-B14F-4D97-AF65-F5344CB8AC3E}">
        <p14:creationId xmlns:p14="http://schemas.microsoft.com/office/powerpoint/2010/main" val="1801581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/table slide (light grey)">
    <p:bg>
      <p:bgPr>
        <a:solidFill>
          <a:schemeClr val="accent4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tshållare för text 23">
            <a:extLst>
              <a:ext uri="{FF2B5EF4-FFF2-40B4-BE49-F238E27FC236}">
                <a16:creationId xmlns:a16="http://schemas.microsoft.com/office/drawing/2014/main" id="{7FFBE40D-59EB-4C64-A2F7-80681A7B6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1015200"/>
            <a:ext cx="5257800" cy="10165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34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here to edit the header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D309C867-A207-4170-BC5A-BB1E3460D28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6764" y="2457450"/>
            <a:ext cx="8858250" cy="3563938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</a:defRPr>
            </a:lvl1pPr>
            <a:lvl2pPr marL="539750" indent="-274638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tx2"/>
                </a:solidFill>
              </a:defRPr>
            </a:lvl2pPr>
            <a:lvl3pPr marL="808038" indent="-266700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tx2"/>
                </a:solidFill>
              </a:defRPr>
            </a:lvl3pPr>
            <a:lvl4pPr marL="1074738" indent="-266700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tx2"/>
                </a:solidFill>
              </a:defRPr>
            </a:lvl4pPr>
            <a:lvl5pPr marL="1341438" indent="-266700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81A7096C-291D-4363-8E04-9E5A3A5895D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FBB4F220-CB3D-4AD4-A220-AF33A6D032AD}"/>
              </a:ext>
            </a:extLst>
          </p:cNvPr>
          <p:cNvSpPr/>
          <p:nvPr userDrawn="1"/>
        </p:nvSpPr>
        <p:spPr>
          <a:xfrm>
            <a:off x="769865" y="779932"/>
            <a:ext cx="828000" cy="59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143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two columns (light grey)">
    <p:bg>
      <p:bgPr>
        <a:solidFill>
          <a:schemeClr val="accent4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1FFA94B2-90F5-455B-B726-29DD9B566D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9841" y="2457450"/>
            <a:ext cx="5085397" cy="3563938"/>
          </a:xfrm>
          <a:prstGeom prst="rect">
            <a:avLst/>
          </a:prstGeom>
        </p:spPr>
        <p:txBody>
          <a:bodyPr lIns="0" tIns="0" rIns="0" bIns="0"/>
          <a:lstStyle>
            <a:lvl1pPr marL="269875" indent="-269875">
              <a:spcBef>
                <a:spcPts val="1200"/>
              </a:spcBef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</a:defRPr>
            </a:lvl1pPr>
            <a:lvl2pPr marL="539750" indent="-269875">
              <a:spcBef>
                <a:spcPts val="500"/>
              </a:spcBef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2pPr>
            <a:lvl3pPr marL="811213" indent="-2714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3pPr>
            <a:lvl4pPr marL="1081088" indent="-269875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4pPr>
            <a:lvl5pPr marL="1339850" indent="-2587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589C3EB2-F52D-49E0-A3BD-CC89719931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6763" y="2457450"/>
            <a:ext cx="5085397" cy="3563938"/>
          </a:xfrm>
          <a:prstGeom prst="rect">
            <a:avLst/>
          </a:prstGeom>
        </p:spPr>
        <p:txBody>
          <a:bodyPr lIns="0" tIns="0" rIns="0" bIns="0"/>
          <a:lstStyle>
            <a:lvl1pPr marL="269875" indent="-269875">
              <a:spcBef>
                <a:spcPts val="1200"/>
              </a:spcBef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</a:defRPr>
            </a:lvl1pPr>
            <a:lvl2pPr marL="539750" indent="-269875">
              <a:spcBef>
                <a:spcPts val="500"/>
              </a:spcBef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2pPr>
            <a:lvl3pPr marL="811213" indent="-2714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3pPr>
            <a:lvl4pPr marL="1081088" indent="-269875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4pPr>
            <a:lvl5pPr marL="1339850" indent="-2587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  <p:pic>
        <p:nvPicPr>
          <p:cNvPr id="22" name="Logo">
            <a:extLst>
              <a:ext uri="{FF2B5EF4-FFF2-40B4-BE49-F238E27FC236}">
                <a16:creationId xmlns:a16="http://schemas.microsoft.com/office/drawing/2014/main" id="{FD71B1E8-A4E6-4968-8FAD-65B1596B526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24" name="Platshållare för text 23">
            <a:extLst>
              <a:ext uri="{FF2B5EF4-FFF2-40B4-BE49-F238E27FC236}">
                <a16:creationId xmlns:a16="http://schemas.microsoft.com/office/drawing/2014/main" id="{7FFBE40D-59EB-4C64-A2F7-80681A7B6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1016000"/>
            <a:ext cx="5257800" cy="10165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34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here to edit the header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9910838D-B3D3-4BB4-AFA1-C2A12D7885C6}"/>
              </a:ext>
            </a:extLst>
          </p:cNvPr>
          <p:cNvSpPr/>
          <p:nvPr userDrawn="1"/>
        </p:nvSpPr>
        <p:spPr>
          <a:xfrm>
            <a:off x="769865" y="779932"/>
            <a:ext cx="828000" cy="59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468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picture (light grey)">
    <p:bg>
      <p:bgPr>
        <a:solidFill>
          <a:schemeClr val="accent4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DE935960-A08A-4DC8-9A6D-31E90A5666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63" y="2457450"/>
            <a:ext cx="6886800" cy="3563938"/>
          </a:xfrm>
          <a:prstGeom prst="rect">
            <a:avLst/>
          </a:prstGeom>
        </p:spPr>
        <p:txBody>
          <a:bodyPr lIns="0" tIns="0" rIns="0" bIns="0"/>
          <a:lstStyle>
            <a:lvl1pPr marL="269875" indent="-269875">
              <a:spcBef>
                <a:spcPts val="1200"/>
              </a:spcBef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</a:defRPr>
            </a:lvl1pPr>
            <a:lvl2pPr marL="539750" indent="-269875">
              <a:spcBef>
                <a:spcPts val="500"/>
              </a:spcBef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2pPr>
            <a:lvl3pPr marL="811213" indent="-2714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3pPr>
            <a:lvl4pPr marL="1081088" indent="-269875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4pPr>
            <a:lvl5pPr marL="1339850" indent="-2587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  <p:pic>
        <p:nvPicPr>
          <p:cNvPr id="22" name="Logo">
            <a:extLst>
              <a:ext uri="{FF2B5EF4-FFF2-40B4-BE49-F238E27FC236}">
                <a16:creationId xmlns:a16="http://schemas.microsoft.com/office/drawing/2014/main" id="{FD71B1E8-A4E6-4968-8FAD-65B1596B526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24" name="Platshållare för text 23">
            <a:extLst>
              <a:ext uri="{FF2B5EF4-FFF2-40B4-BE49-F238E27FC236}">
                <a16:creationId xmlns:a16="http://schemas.microsoft.com/office/drawing/2014/main" id="{7FFBE40D-59EB-4C64-A2F7-80681A7B6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1016000"/>
            <a:ext cx="5257800" cy="10165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34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here to edit the header</a:t>
            </a:r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A3BC607E-3671-4617-B03B-D3CC9EFD60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67663" y="908051"/>
            <a:ext cx="3457574" cy="5113338"/>
          </a:xfrm>
          <a:prstGeom prst="rect">
            <a:avLst/>
          </a:prstGeom>
        </p:spPr>
        <p:txBody>
          <a:bodyPr lIns="540000" tIns="1548000" rIns="540000" bIns="360000"/>
          <a:lstStyle>
            <a:lvl1pPr marL="0" indent="0" algn="ctr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on the icon to insert an image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EBE0F9E-103E-4B11-827F-77391285393A}"/>
              </a:ext>
            </a:extLst>
          </p:cNvPr>
          <p:cNvSpPr/>
          <p:nvPr userDrawn="1"/>
        </p:nvSpPr>
        <p:spPr>
          <a:xfrm>
            <a:off x="769865" y="779932"/>
            <a:ext cx="828000" cy="59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830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pictur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D4CBF31A-8C98-41F5-87B8-0163CEE281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6763" y="2457450"/>
            <a:ext cx="6886800" cy="3563938"/>
          </a:xfrm>
          <a:prstGeom prst="rect">
            <a:avLst/>
          </a:prstGeom>
        </p:spPr>
        <p:txBody>
          <a:bodyPr lIns="0" tIns="0" rIns="0" bIns="0"/>
          <a:lstStyle>
            <a:lvl1pPr marL="269875" indent="-269875">
              <a:spcBef>
                <a:spcPts val="1200"/>
              </a:spcBef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</a:defRPr>
            </a:lvl1pPr>
            <a:lvl2pPr marL="539750" indent="-269875">
              <a:spcBef>
                <a:spcPts val="500"/>
              </a:spcBef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2pPr>
            <a:lvl3pPr marL="811213" indent="-2714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3pPr>
            <a:lvl4pPr marL="1081088" indent="-269875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4pPr>
            <a:lvl5pPr marL="1339850" indent="-258763">
              <a:buSzPct val="100000"/>
              <a:buFont typeface="Calibri" panose="020F0502020204030204" pitchFamily="34" charset="0"/>
              <a:buChar char="–"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 dirty="0"/>
              <a:t>Click here to edit the text</a:t>
            </a:r>
          </a:p>
          <a:p>
            <a:pPr lvl="1"/>
            <a:r>
              <a:rPr lang="en-US" noProof="0" dirty="0"/>
              <a:t>Level two</a:t>
            </a:r>
          </a:p>
          <a:p>
            <a:pPr lvl="2"/>
            <a:r>
              <a:rPr lang="en-US" noProof="0" dirty="0"/>
              <a:t>Level three</a:t>
            </a:r>
          </a:p>
          <a:p>
            <a:pPr lvl="3"/>
            <a:r>
              <a:rPr lang="en-US" noProof="0" dirty="0"/>
              <a:t>Level four</a:t>
            </a:r>
          </a:p>
          <a:p>
            <a:pPr lvl="4"/>
            <a:r>
              <a:rPr lang="en-US" noProof="0" dirty="0"/>
              <a:t>Level five</a:t>
            </a:r>
          </a:p>
        </p:txBody>
      </p:sp>
      <p:pic>
        <p:nvPicPr>
          <p:cNvPr id="22" name="Logo">
            <a:extLst>
              <a:ext uri="{FF2B5EF4-FFF2-40B4-BE49-F238E27FC236}">
                <a16:creationId xmlns:a16="http://schemas.microsoft.com/office/drawing/2014/main" id="{FD71B1E8-A4E6-4968-8FAD-65B1596B526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24" name="Platshållare för text 23">
            <a:extLst>
              <a:ext uri="{FF2B5EF4-FFF2-40B4-BE49-F238E27FC236}">
                <a16:creationId xmlns:a16="http://schemas.microsoft.com/office/drawing/2014/main" id="{7FFBE40D-59EB-4C64-A2F7-80681A7B6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1016000"/>
            <a:ext cx="5257800" cy="10165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34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here to edit the header</a:t>
            </a:r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A3BC607E-3671-4617-B03B-D3CC9EFD60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67663" y="908051"/>
            <a:ext cx="3457574" cy="5113338"/>
          </a:xfrm>
          <a:prstGeom prst="rect">
            <a:avLst/>
          </a:prstGeom>
        </p:spPr>
        <p:txBody>
          <a:bodyPr lIns="540000" tIns="1548000" rIns="540000" bIns="360000"/>
          <a:lstStyle>
            <a:lvl1pPr marL="0" indent="0" algn="ctr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on the icon to insert an image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7C8107F5-8A46-40C5-90C5-AF865831DE90}"/>
              </a:ext>
            </a:extLst>
          </p:cNvPr>
          <p:cNvSpPr/>
          <p:nvPr userDrawn="1"/>
        </p:nvSpPr>
        <p:spPr>
          <a:xfrm>
            <a:off x="769865" y="779932"/>
            <a:ext cx="828000" cy="59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441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 with caption (light grey)">
    <p:bg>
      <p:bgPr>
        <a:solidFill>
          <a:schemeClr val="accent4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Logo">
            <a:extLst>
              <a:ext uri="{FF2B5EF4-FFF2-40B4-BE49-F238E27FC236}">
                <a16:creationId xmlns:a16="http://schemas.microsoft.com/office/drawing/2014/main" id="{81A7096C-291D-4363-8E04-9E5A3A5895D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  <p:sp>
        <p:nvSpPr>
          <p:cNvPr id="10" name="Platshållare för bild 27">
            <a:extLst>
              <a:ext uri="{FF2B5EF4-FFF2-40B4-BE49-F238E27FC236}">
                <a16:creationId xmlns:a16="http://schemas.microsoft.com/office/drawing/2014/main" id="{66A8F6A9-BA2A-4040-B23A-3E15E8ABF2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6762" y="836613"/>
            <a:ext cx="8858251" cy="5184776"/>
          </a:xfrm>
          <a:prstGeom prst="rect">
            <a:avLst/>
          </a:prstGeom>
        </p:spPr>
        <p:txBody>
          <a:bodyPr tIns="2016000" anchor="t"/>
          <a:lstStyle>
            <a:lvl1pPr marL="0" indent="0" algn="ctr">
              <a:buNone/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on the icon to insert an image</a:t>
            </a:r>
          </a:p>
        </p:txBody>
      </p:sp>
      <p:sp>
        <p:nvSpPr>
          <p:cNvPr id="11" name="Platshållare för text 25">
            <a:extLst>
              <a:ext uri="{FF2B5EF4-FFF2-40B4-BE49-F238E27FC236}">
                <a16:creationId xmlns:a16="http://schemas.microsoft.com/office/drawing/2014/main" id="{7EFB34B9-8579-4AC8-86CE-52FDA4D51B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67888" y="836611"/>
            <a:ext cx="1657350" cy="51847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noProof="0" dirty="0"/>
              <a:t>Click to edit the text</a:t>
            </a:r>
          </a:p>
        </p:txBody>
      </p:sp>
    </p:spTree>
    <p:extLst>
      <p:ext uri="{BB962C8B-B14F-4D97-AF65-F5344CB8AC3E}">
        <p14:creationId xmlns:p14="http://schemas.microsoft.com/office/powerpoint/2010/main" val="3485614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page (green on grey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8541D3D5-B75A-454E-96BB-5ADABF8DD2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41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page (white on 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2473" y="926004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6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n-US" noProof="0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8541D3D5-B75A-454E-96BB-5ADABF8DD2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41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page (white on 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8541D3D5-B75A-454E-96BB-5ADABF8DD25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3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1202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page (white on green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2666B86A-B2D8-416E-B6B9-58A65C1AD1E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36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page (blue on pink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43FF5F2-981B-4F66-A630-8E3663FCF1B4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03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page (blue on warm grey)"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9FC79D0-3205-44C5-A300-F263AB53B82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13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(woman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Bildobjekt 29">
            <a:extLst>
              <a:ext uri="{FF2B5EF4-FFF2-40B4-BE49-F238E27FC236}">
                <a16:creationId xmlns:a16="http://schemas.microsoft.com/office/drawing/2014/main" id="{368EBB3C-B40A-4923-A603-7954B475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45D4B60-9774-4490-9696-DEEE992B521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1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34639C8A-21D5-4350-8476-987C51F002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1999" cy="6858001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13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961AF17F-C6BC-4194-B535-16837AD2FA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99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ter slide (bridg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1">
            <a:extLst>
              <a:ext uri="{FF2B5EF4-FFF2-40B4-BE49-F238E27FC236}">
                <a16:creationId xmlns:a16="http://schemas.microsoft.com/office/drawing/2014/main" id="{A334D2C4-F5A2-4DCC-A1E6-A9DCDA8B84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2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609F3EE9-9A2B-487D-98C0-BAE8240D77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929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7634E48B-C51B-4D06-985C-1DC8B54980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07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 descr="En bild som visar bro, utomhus, tåg, vatten&#10;&#10;Automatiskt genererad beskrivning">
            <a:extLst>
              <a:ext uri="{FF2B5EF4-FFF2-40B4-BE49-F238E27FC236}">
                <a16:creationId xmlns:a16="http://schemas.microsoft.com/office/drawing/2014/main" id="{FE583EA7-8482-43C1-B443-3684185F23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" y="0"/>
            <a:ext cx="12188813" cy="685800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53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2">
            <a:extLst>
              <a:ext uri="{FF2B5EF4-FFF2-40B4-BE49-F238E27FC236}">
                <a16:creationId xmlns:a16="http://schemas.microsoft.com/office/drawing/2014/main" id="{718760FF-A327-42BA-B9C2-FED4A43375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8" y="0"/>
            <a:ext cx="12188951" cy="6859714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85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9E1228B3-6149-4EA8-AC88-3C74956F15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67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34639C8A-21D5-4350-8476-987C51F002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92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E58D8777-E02E-492B-8FD3-672F256135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59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hapter slide (brid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34639C8A-21D5-4350-8476-987C51F002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6" name="Platshållare för text 23">
            <a:extLst>
              <a:ext uri="{FF2B5EF4-FFF2-40B4-BE49-F238E27FC236}">
                <a16:creationId xmlns:a16="http://schemas.microsoft.com/office/drawing/2014/main" id="{923AE8EA-EEC8-488B-83CA-C741D58709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1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Click to edit the header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0C002E5-458B-4C0B-99D4-8D079BDFC19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836" y="6327547"/>
            <a:ext cx="1295400" cy="1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085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_Thank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>
            <a:extLst>
              <a:ext uri="{FF2B5EF4-FFF2-40B4-BE49-F238E27FC236}">
                <a16:creationId xmlns:a16="http://schemas.microsoft.com/office/drawing/2014/main" id="{32F3E5BA-7A15-4586-BE3C-03527FF858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902" t="19975" r="8348" b="6161"/>
          <a:stretch/>
        </p:blipFill>
        <p:spPr>
          <a:xfrm>
            <a:off x="-102626" y="-36871"/>
            <a:ext cx="12294625" cy="6894871"/>
          </a:xfrm>
          <a:prstGeom prst="rect">
            <a:avLst/>
          </a:prstGeom>
        </p:spPr>
      </p:pic>
      <p:sp>
        <p:nvSpPr>
          <p:cNvPr id="8" name="Platshållare för text 23">
            <a:extLst>
              <a:ext uri="{FF2B5EF4-FFF2-40B4-BE49-F238E27FC236}">
                <a16:creationId xmlns:a16="http://schemas.microsoft.com/office/drawing/2014/main" id="{1B2A3C35-E571-4A26-B35C-7D42CEFB5E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3" y="2160000"/>
            <a:ext cx="5940000" cy="21940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THANKS</a:t>
            </a:r>
          </a:p>
        </p:txBody>
      </p:sp>
      <p:pic>
        <p:nvPicPr>
          <p:cNvPr id="6" name="Bild 31">
            <a:extLst>
              <a:ext uri="{FF2B5EF4-FFF2-40B4-BE49-F238E27FC236}">
                <a16:creationId xmlns:a16="http://schemas.microsoft.com/office/drawing/2014/main" id="{37C412A4-D566-49D6-B593-B17347F973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59926" y="5532120"/>
            <a:ext cx="2666079" cy="95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86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56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8" r:id="rId3"/>
    <p:sldLayoutId id="2147483679" r:id="rId4"/>
    <p:sldLayoutId id="2147483668" r:id="rId5"/>
    <p:sldLayoutId id="2147483680" r:id="rId6"/>
    <p:sldLayoutId id="2147483681" r:id="rId7"/>
    <p:sldLayoutId id="2147483682" r:id="rId8"/>
    <p:sldLayoutId id="2147483677" r:id="rId9"/>
    <p:sldLayoutId id="2147483684" r:id="rId10"/>
    <p:sldLayoutId id="2147483712" r:id="rId11"/>
    <p:sldLayoutId id="2147483714" r:id="rId12"/>
    <p:sldLayoutId id="2147483715" r:id="rId13"/>
    <p:sldLayoutId id="2147483685" r:id="rId14"/>
    <p:sldLayoutId id="2147483686" r:id="rId15"/>
    <p:sldLayoutId id="2147483687" r:id="rId16"/>
    <p:sldLayoutId id="2147483655" r:id="rId17"/>
    <p:sldLayoutId id="2147483710" r:id="rId18"/>
    <p:sldLayoutId id="2147483704" r:id="rId19"/>
    <p:sldLayoutId id="2147483688" r:id="rId20"/>
    <p:sldLayoutId id="2147483696" r:id="rId21"/>
    <p:sldLayoutId id="2147483705" r:id="rId22"/>
    <p:sldLayoutId id="2147483670" r:id="rId23"/>
    <p:sldLayoutId id="2147483697" r:id="rId24"/>
    <p:sldLayoutId id="2147483700" r:id="rId25"/>
    <p:sldLayoutId id="2147483711" r:id="rId26"/>
    <p:sldLayoutId id="2147483698" r:id="rId27"/>
    <p:sldLayoutId id="2147483708" r:id="rId28"/>
    <p:sldLayoutId id="2147483713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83" userDrawn="1">
          <p15:clr>
            <a:srgbClr val="F26B43"/>
          </p15:clr>
        </p15:guide>
        <p15:guide id="2" pos="7197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7" pos="5019" userDrawn="1">
          <p15:clr>
            <a:srgbClr val="F26B43"/>
          </p15:clr>
        </p15:guide>
        <p15:guide id="9" pos="4929" userDrawn="1">
          <p15:clr>
            <a:srgbClr val="F26B43"/>
          </p15:clr>
        </p15:guide>
        <p15:guide id="10" pos="3885" userDrawn="1">
          <p15:clr>
            <a:srgbClr val="F26B43"/>
          </p15:clr>
        </p15:guide>
        <p15:guide id="11" pos="3795" userDrawn="1">
          <p15:clr>
            <a:srgbClr val="F26B43"/>
          </p15:clr>
        </p15:guide>
        <p15:guide id="12" pos="1617" userDrawn="1">
          <p15:clr>
            <a:srgbClr val="F26B43"/>
          </p15:clr>
        </p15:guide>
        <p15:guide id="13" pos="1527" userDrawn="1">
          <p15:clr>
            <a:srgbClr val="F26B43"/>
          </p15:clr>
        </p15:guide>
        <p15:guide id="14" pos="2661" userDrawn="1">
          <p15:clr>
            <a:srgbClr val="F26B43"/>
          </p15:clr>
        </p15:guide>
        <p15:guide id="15" pos="2751" userDrawn="1">
          <p15:clr>
            <a:srgbClr val="F26B43"/>
          </p15:clr>
        </p15:guide>
        <p15:guide id="16" orient="horz" pos="489" userDrawn="1">
          <p15:clr>
            <a:srgbClr val="F26B43"/>
          </p15:clr>
        </p15:guide>
        <p15:guide id="17" orient="horz" pos="3793" userDrawn="1">
          <p15:clr>
            <a:srgbClr val="F26B43"/>
          </p15:clr>
        </p15:guide>
        <p15:guide id="18" orient="horz" pos="1548" userDrawn="1">
          <p15:clr>
            <a:srgbClr val="F26B43"/>
          </p15:clr>
        </p15:guide>
        <p15:guide id="19" pos="6063" userDrawn="1">
          <p15:clr>
            <a:srgbClr val="F26B43"/>
          </p15:clr>
        </p15:guide>
        <p15:guide id="20" pos="61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1B6A8980-8C45-4B00-9055-21E6F7112586}"/>
              </a:ext>
            </a:extLst>
          </p:cNvPr>
          <p:cNvSpPr txBox="1">
            <a:spLocks/>
          </p:cNvSpPr>
          <p:nvPr/>
        </p:nvSpPr>
        <p:spPr>
          <a:xfrm>
            <a:off x="201361" y="2116096"/>
            <a:ext cx="11266762" cy="255939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6500" b="1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3200" b="1" dirty="0">
                <a:solidFill>
                  <a:srgbClr val="CFF3E9"/>
                </a:solidFill>
              </a:rPr>
              <a:t>PRODUCT LAUNCH – PHASE 3</a:t>
            </a:r>
          </a:p>
          <a:p>
            <a:pPr algn="ctr"/>
            <a:r>
              <a:rPr lang="en-GB" sz="3200" dirty="0">
                <a:solidFill>
                  <a:srgbClr val="CFF3E9"/>
                </a:solidFill>
              </a:rPr>
              <a:t>AUTO GENERATOR/EXTRACTOR</a:t>
            </a:r>
            <a:endParaRPr lang="en-GB" sz="3200" b="1" dirty="0">
              <a:solidFill>
                <a:srgbClr val="CFF3E9"/>
              </a:solidFill>
            </a:endParaRPr>
          </a:p>
          <a:p>
            <a:pPr algn="ctr"/>
            <a:r>
              <a:rPr lang="en-US" sz="3200" dirty="0">
                <a:solidFill>
                  <a:srgbClr val="CFF3E9"/>
                </a:solidFill>
              </a:rPr>
              <a:t>Enhancing the home of the learning minds</a:t>
            </a:r>
          </a:p>
          <a:p>
            <a:pPr algn="ctr"/>
            <a:endParaRPr lang="en-GB" sz="3200" dirty="0">
              <a:solidFill>
                <a:srgbClr val="CFF3E9"/>
              </a:solidFill>
            </a:endParaRPr>
          </a:p>
          <a:p>
            <a:pPr algn="ctr"/>
            <a:endParaRPr lang="en-US" sz="3200" dirty="0">
              <a:solidFill>
                <a:srgbClr val="CFF3E9"/>
              </a:solidFill>
            </a:endParaRPr>
          </a:p>
          <a:p>
            <a:pPr algn="ctr"/>
            <a:r>
              <a:rPr lang="en-US" sz="3200" dirty="0">
                <a:solidFill>
                  <a:srgbClr val="CFF3E9"/>
                </a:solidFill>
              </a:rPr>
              <a:t> </a:t>
            </a:r>
            <a:endParaRPr lang="en-GB" sz="3200" dirty="0">
              <a:solidFill>
                <a:srgbClr val="CFF3E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94E6D-7678-46E6-B2FA-A1417970AFF1}"/>
              </a:ext>
            </a:extLst>
          </p:cNvPr>
          <p:cNvSpPr txBox="1"/>
          <p:nvPr/>
        </p:nvSpPr>
        <p:spPr>
          <a:xfrm>
            <a:off x="186154" y="4090737"/>
            <a:ext cx="1177727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600" b="1" dirty="0">
              <a:solidFill>
                <a:schemeClr val="bg1"/>
              </a:solidFill>
            </a:endParaRPr>
          </a:p>
          <a:p>
            <a:endParaRPr lang="en-GB" sz="1600" b="1" dirty="0">
              <a:solidFill>
                <a:schemeClr val="bg1"/>
              </a:solidFill>
            </a:endParaRPr>
          </a:p>
          <a:p>
            <a:endParaRPr lang="en-GB" sz="1600" b="1" dirty="0">
              <a:solidFill>
                <a:schemeClr val="bg1"/>
              </a:solidFill>
            </a:endParaRPr>
          </a:p>
          <a:p>
            <a:endParaRPr lang="en-GB" sz="1600" b="1" dirty="0">
              <a:solidFill>
                <a:schemeClr val="bg1"/>
              </a:solidFill>
            </a:endParaRPr>
          </a:p>
          <a:p>
            <a:endParaRPr lang="en-GB" sz="1600" b="1" dirty="0">
              <a:solidFill>
                <a:schemeClr val="bg1"/>
              </a:solidFill>
            </a:endParaRPr>
          </a:p>
          <a:p>
            <a:endParaRPr lang="en-GB" sz="1600" b="1" dirty="0">
              <a:solidFill>
                <a:srgbClr val="CFF3E9"/>
              </a:solidFill>
            </a:endParaRPr>
          </a:p>
          <a:p>
            <a:pPr algn="l" rtl="0" fontAlgn="base"/>
            <a:r>
              <a:rPr lang="en-US" sz="2000" b="1" i="0" u="none" strike="noStrike" dirty="0">
                <a:solidFill>
                  <a:srgbClr val="CFF3E9"/>
                </a:solidFill>
                <a:effectLst/>
                <a:latin typeface="Arial" panose="020B0604020202020204" pitchFamily="34" charset="0"/>
              </a:rPr>
              <a:t>Date: </a:t>
            </a:r>
            <a:r>
              <a:rPr lang="en-US" sz="2000" b="1" dirty="0">
                <a:solidFill>
                  <a:srgbClr val="CFF3E9"/>
                </a:solidFill>
                <a:latin typeface="Arial" panose="020B0604020202020204" pitchFamily="34" charset="0"/>
              </a:rPr>
              <a:t>​14</a:t>
            </a:r>
            <a:r>
              <a:rPr lang="en-US" sz="2000" b="1" baseline="30000" dirty="0">
                <a:solidFill>
                  <a:srgbClr val="CFF3E9"/>
                </a:solidFill>
                <a:latin typeface="Arial" panose="020B0604020202020204" pitchFamily="34" charset="0"/>
              </a:rPr>
              <a:t>th</a:t>
            </a:r>
            <a:r>
              <a:rPr lang="en-US" sz="2000" b="1" dirty="0">
                <a:solidFill>
                  <a:srgbClr val="CFF3E9"/>
                </a:solidFill>
                <a:latin typeface="Arial" panose="020B0604020202020204" pitchFamily="34" charset="0"/>
              </a:rPr>
              <a:t> May. 2026.</a:t>
            </a:r>
          </a:p>
          <a:p>
            <a:pPr algn="l" rtl="0" fontAlgn="base"/>
            <a:r>
              <a:rPr lang="en-US" sz="2000" b="1" i="0" u="none" strike="noStrike" dirty="0">
                <a:solidFill>
                  <a:srgbClr val="CFF3E9"/>
                </a:solidFill>
                <a:effectLst/>
                <a:latin typeface="Arial" panose="020B0604020202020204" pitchFamily="34" charset="0"/>
              </a:rPr>
              <a:t>Presented by: </a:t>
            </a:r>
            <a:r>
              <a:rPr lang="en-US" sz="2000" b="1" i="0" dirty="0">
                <a:solidFill>
                  <a:srgbClr val="CFF3E9"/>
                </a:solidFill>
                <a:effectLst/>
                <a:latin typeface="Arial" panose="020B0604020202020204" pitchFamily="34" charset="0"/>
              </a:rPr>
              <a:t>​Name</a:t>
            </a:r>
            <a:endParaRPr lang="en-US" sz="2000" b="1" dirty="0">
              <a:solidFill>
                <a:srgbClr val="CFF3E9"/>
              </a:solidFill>
              <a:latin typeface="Arial" panose="020B0604020202020204" pitchFamily="34" charset="0"/>
            </a:endParaRPr>
          </a:p>
          <a:p>
            <a:pPr fontAlgn="base"/>
            <a:r>
              <a:rPr lang="en-GB" sz="2000" b="1" i="0" u="none" strike="noStrike" dirty="0">
                <a:solidFill>
                  <a:srgbClr val="CFF3E9"/>
                </a:solidFill>
                <a:effectLst/>
                <a:latin typeface="Arial" panose="020B0604020202020204" pitchFamily="34" charset="0"/>
              </a:rPr>
              <a:t>Participants: All disciplines.</a:t>
            </a:r>
            <a:endParaRPr lang="en-US" sz="2000" b="1" dirty="0">
              <a:solidFill>
                <a:srgbClr val="CFF3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59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53979" y="158401"/>
            <a:ext cx="5257800" cy="510959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0EFC0-E5CC-51A9-6BBA-422A7B8C633F}"/>
              </a:ext>
            </a:extLst>
          </p:cNvPr>
          <p:cNvSpPr txBox="1"/>
          <p:nvPr/>
        </p:nvSpPr>
        <p:spPr>
          <a:xfrm>
            <a:off x="1032445" y="1406604"/>
            <a:ext cx="6910546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RADAI-enabled Auto Generator/Extractor.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Products. </a:t>
            </a:r>
          </a:p>
          <a:p>
            <a:pPr marL="800100" lvl="1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 Index</a:t>
            </a:r>
          </a:p>
          <a:p>
            <a:pPr marL="800100" lvl="1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Valve MTO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Value addition to existing expertise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Impact and Time Saving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 Session.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5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4BBC1-1F8B-E8F1-4888-0B3E9D4FD1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762" y="210458"/>
            <a:ext cx="10658475" cy="442686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RADAI-enabled AUTO EXTRACTOR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5A6D3-D777-B1F6-4738-BB6683D9F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" y="1019628"/>
            <a:ext cx="5268686" cy="44558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E5F062-E6DB-1553-9E76-90BA7B53C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915" y="1153886"/>
            <a:ext cx="6313714" cy="502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9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F95A-8A37-E68C-798A-0FAB26B1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A825-2E9C-374B-F1F1-62AD8DAAC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1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19DC3-9613-94D3-9B9C-6F4FEAD66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A2D57-A908-F054-F9ED-A3E1242333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491" y="2994409"/>
            <a:ext cx="10890572" cy="434591"/>
          </a:xfrm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value addition to existing expertise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E4A86-711E-94B0-615A-6A482FC951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91" y="1266347"/>
            <a:ext cx="5457748" cy="50982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99509-A0A9-7BF3-94FA-855A7C42E800}"/>
              </a:ext>
            </a:extLst>
          </p:cNvPr>
          <p:cNvSpPr txBox="1"/>
          <p:nvPr/>
        </p:nvSpPr>
        <p:spPr>
          <a:xfrm>
            <a:off x="0" y="6560149"/>
            <a:ext cx="62650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👉 </a:t>
            </a:r>
            <a:r>
              <a:rPr lang="en-US" sz="1100" i="1" dirty="0"/>
              <a:t>“KPIs will be tracked through pilot projects and reviewed monthly for continuous improvement.”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861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DCB62D-424D-A4B5-6067-20AECF9B1C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6763" y="149727"/>
            <a:ext cx="10494796" cy="536074"/>
          </a:xfrm>
        </p:spPr>
        <p:txBody>
          <a:bodyPr/>
          <a:lstStyle/>
          <a:p>
            <a:r>
              <a:rPr lang="en-US" sz="3600" dirty="0"/>
              <a:t>AI TOOL IMPACT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5DA87-BB2E-86B1-DAB1-5D9B97E3C6CC}"/>
              </a:ext>
            </a:extLst>
          </p:cNvPr>
          <p:cNvSpPr txBox="1"/>
          <p:nvPr/>
        </p:nvSpPr>
        <p:spPr>
          <a:xfrm>
            <a:off x="87084" y="6333303"/>
            <a:ext cx="4016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👉 </a:t>
            </a:r>
            <a:r>
              <a:rPr lang="en-US" sz="1200" i="1" dirty="0"/>
              <a:t>Engineering without geographical limitation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A5268-1CEF-CFF3-1B75-5C3DB8BCF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5" y="1240972"/>
            <a:ext cx="1102722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A3B8-258A-6B41-3A75-68A5D1DA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13EDB-D7CD-D8F0-11E4-F7F9712F0C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0905" y="276145"/>
            <a:ext cx="9870959" cy="434591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8B496-D23D-5767-03C9-394958437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490" y="1266347"/>
            <a:ext cx="10210901" cy="391525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Your experience remains the </a:t>
            </a:r>
            <a:r>
              <a:rPr lang="en-US" b="1" dirty="0"/>
              <a:t>core strength</a:t>
            </a:r>
            <a:r>
              <a:rPr lang="en-US" dirty="0"/>
              <a:t> </a:t>
            </a:r>
          </a:p>
          <a:p>
            <a:r>
              <a:rPr lang="en-US" dirty="0"/>
              <a:t>RADAI is an </a:t>
            </a:r>
            <a:r>
              <a:rPr lang="en-US" b="1" dirty="0"/>
              <a:t>enabler for Our Efficiency and Competency </a:t>
            </a:r>
          </a:p>
          <a:p>
            <a:r>
              <a:rPr lang="en-US" dirty="0"/>
              <a:t>Success depends on: </a:t>
            </a:r>
          </a:p>
          <a:p>
            <a:pPr lvl="1"/>
            <a:r>
              <a:rPr lang="en-US" dirty="0"/>
              <a:t>Collaboration </a:t>
            </a:r>
          </a:p>
          <a:p>
            <a:pPr lvl="1"/>
            <a:r>
              <a:rPr lang="en-US" dirty="0"/>
              <a:t>Feedback </a:t>
            </a:r>
          </a:p>
          <a:p>
            <a:pPr lvl="1"/>
            <a:r>
              <a:rPr lang="en-US" dirty="0"/>
              <a:t>Continuous improvement </a:t>
            </a:r>
          </a:p>
          <a:p>
            <a:r>
              <a:rPr lang="en-US" dirty="0"/>
              <a:t>👉 </a:t>
            </a:r>
            <a:r>
              <a:rPr lang="en-US" i="1" dirty="0"/>
              <a:t>Let’s build a smarter engineering workflow together</a:t>
            </a:r>
            <a:endParaRPr lang="en-US" dirty="0"/>
          </a:p>
          <a:p>
            <a:pPr marL="0" indent="0" algn="just">
              <a:buNone/>
            </a:pPr>
            <a:endParaRPr lang="en-US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7519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AC9529-DF5C-4168-A87A-990F1A6D1C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8513" y="3330432"/>
            <a:ext cx="5940000" cy="2194079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369140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Anpassat 1">
      <a:dk1>
        <a:srgbClr val="000000"/>
      </a:dk1>
      <a:lt1>
        <a:srgbClr val="FFFFFF"/>
      </a:lt1>
      <a:dk2>
        <a:srgbClr val="2B3A55"/>
      </a:dk2>
      <a:lt2>
        <a:srgbClr val="484D52"/>
      </a:lt2>
      <a:accent1>
        <a:srgbClr val="2B3A55"/>
      </a:accent1>
      <a:accent2>
        <a:srgbClr val="2AA784"/>
      </a:accent2>
      <a:accent3>
        <a:srgbClr val="F6B2BB"/>
      </a:accent3>
      <a:accent4>
        <a:srgbClr val="B1A8A4"/>
      </a:accent4>
      <a:accent5>
        <a:srgbClr val="EC6161"/>
      </a:accent5>
      <a:accent6>
        <a:srgbClr val="0094A3"/>
      </a:accent6>
      <a:hlink>
        <a:srgbClr val="000000"/>
      </a:hlink>
      <a:folHlink>
        <a:srgbClr val="000000"/>
      </a:folHlink>
    </a:clrScheme>
    <a:fontScheme name="Rejlers 2019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jlers2019_PPT-template.potx [Read-Only]" id="{77C01D32-43E2-4F10-9B92-84250D68FB85}" vid="{F4DEBA94-D848-4887-BEC5-5A4BFAD6304C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f3fe5c-0b6c-450f-a504-c39987578ef5" xsi:nil="true"/>
    <lcf76f155ced4ddcb4097134ff3c332f xmlns="dd33251f-7e3b-4a17-81d6-b1d13d6cc18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3F87A96025664DAD353426DD88C2CE" ma:contentTypeVersion="18" ma:contentTypeDescription="Create a new document." ma:contentTypeScope="" ma:versionID="f196aaff6c740a8f4f766ca7e286fff8">
  <xsd:schema xmlns:xsd="http://www.w3.org/2001/XMLSchema" xmlns:xs="http://www.w3.org/2001/XMLSchema" xmlns:p="http://schemas.microsoft.com/office/2006/metadata/properties" xmlns:ns2="dd33251f-7e3b-4a17-81d6-b1d13d6cc18f" xmlns:ns3="05f3fe5c-0b6c-450f-a504-c39987578ef5" targetNamespace="http://schemas.microsoft.com/office/2006/metadata/properties" ma:root="true" ma:fieldsID="78a38887f3c73807cde6df6c69b700e7" ns2:_="" ns3:_="">
    <xsd:import namespace="dd33251f-7e3b-4a17-81d6-b1d13d6cc18f"/>
    <xsd:import namespace="05f3fe5c-0b6c-450f-a504-c39987578e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3251f-7e3b-4a17-81d6-b1d13d6cc1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78728e8-f4aa-4686-afb8-7836614fb5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f3fe5c-0b6c-450f-a504-c39987578ef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05748c5-c0b3-4915-9a5e-1827ad1d3d1d}" ma:internalName="TaxCatchAll" ma:showField="CatchAllData" ma:web="05f3fe5c-0b6c-450f-a504-c39987578e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4B4055-F3F3-4A77-B2F2-8459DEA8DCDA}">
  <ds:schemaRefs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8e9d27f3-9434-4eec-8b06-24b2e9673065"/>
    <ds:schemaRef ds:uri="http://purl.org/dc/elements/1.1/"/>
    <ds:schemaRef ds:uri="http://schemas.openxmlformats.org/package/2006/metadata/core-properties"/>
    <ds:schemaRef ds:uri="416aaa88-d08f-413d-9d49-3e4ae96f236f"/>
    <ds:schemaRef ds:uri="http://schemas.microsoft.com/office/2006/metadata/properties"/>
    <ds:schemaRef ds:uri="http://purl.org/dc/dcmitype/"/>
    <ds:schemaRef ds:uri="05f3fe5c-0b6c-450f-a504-c39987578ef5"/>
    <ds:schemaRef ds:uri="dd33251f-7e3b-4a17-81d6-b1d13d6cc18f"/>
  </ds:schemaRefs>
</ds:datastoreItem>
</file>

<file path=customXml/itemProps2.xml><?xml version="1.0" encoding="utf-8"?>
<ds:datastoreItem xmlns:ds="http://schemas.openxmlformats.org/officeDocument/2006/customXml" ds:itemID="{48719D2D-B2E7-4E6E-A264-4BC56D004B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2525E9-B2E8-44E9-ADF6-7EA00115FC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33251f-7e3b-4a17-81d6-b1d13d6cc18f"/>
    <ds:schemaRef ds:uri="05f3fe5c-0b6c-450f-a504-c39987578e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Rejlers2019_PPT-template</Template>
  <TotalTime>31654</TotalTime>
  <Words>140</Words>
  <Application>Microsoft Office PowerPoint</Application>
  <PresentationFormat>Widescreen</PresentationFormat>
  <Paragraphs>42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Office-tema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Neste Engineering Solutions 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Mohan Nishitha</dc:creator>
  <cp:lastModifiedBy>Mohammed Tanzeem Agra</cp:lastModifiedBy>
  <cp:revision>1114</cp:revision>
  <cp:lastPrinted>2020-03-08T12:55:58Z</cp:lastPrinted>
  <dcterms:created xsi:type="dcterms:W3CDTF">2019-11-22T17:51:54Z</dcterms:created>
  <dcterms:modified xsi:type="dcterms:W3CDTF">2026-07-27T11:42:38Z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0x010100BA3F87A96025664DAD353426DD88C2CE</vt:lpwstr>
  </property>
  <property fmtid="{D5CDD505-2E9C-101B-9397-08002B2CF9AE}" pid="3" name="MediaServiceImageTags">
    <vt:lpwstr/>
  </property>
  <property fmtid="{D5CDD505-2E9C-101B-9397-08002B2CF9AE}" pid="4" name="TaxCatchAll">
    <vt:lpwstr/>
  </property>
  <property fmtid="{D5CDD505-2E9C-101B-9397-08002B2CF9AE}" pid="5" name="lcf76f155ced4ddcb4097134ff3c332f">
    <vt:lpwstr/>
  </property>
</Properties>
</file>